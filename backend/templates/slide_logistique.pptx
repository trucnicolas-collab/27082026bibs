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81228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4.png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V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08CFDF2-E1A8-A383-CB1A-BEB9AD7443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2000"/>
          </a:blip>
          <a:srcRect t="16575" r="19856" b="16706"/>
          <a:stretch>
            <a:fillRect/>
          </a:stretch>
        </p:blipFill>
        <p:spPr bwMode="gray">
          <a:xfrm>
            <a:off x="3954018" y="0"/>
            <a:ext cx="8237982" cy="6858001"/>
          </a:xfrm>
          <a:prstGeom prst="rect">
            <a:avLst/>
          </a:prstGeom>
        </p:spPr>
      </p:pic>
      <p:pic>
        <p:nvPicPr>
          <p:cNvPr id="9" name="Monogram">
            <a:extLst>
              <a:ext uri="{FF2B5EF4-FFF2-40B4-BE49-F238E27FC236}">
                <a16:creationId xmlns:a16="http://schemas.microsoft.com/office/drawing/2014/main" id="{95FA519F-D07E-7AB6-3476-400981D56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6959600" y="1519238"/>
            <a:ext cx="3819525" cy="38195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FDB145-611B-E784-E402-0C9DC60FC7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0" y="2096237"/>
            <a:ext cx="6229350" cy="2257425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66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CF013-5ACD-8BF9-86CF-366DFC41A9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57200" y="4761763"/>
            <a:ext cx="2502670" cy="36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180000" rIns="180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US"/>
              <a:t>[Presentation Subtitle]</a:t>
            </a:r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78E87FFA-E827-B65E-6ED5-2047967EC7A9}"/>
              </a:ext>
            </a:extLst>
          </p:cNvPr>
          <p:cNvSpPr>
            <a:spLocks noChangeAspect="1"/>
          </p:cNvSpPr>
          <p:nvPr/>
        </p:nvSpPr>
        <p:spPr bwMode="gray">
          <a:xfrm>
            <a:off x="454340" y="544847"/>
            <a:ext cx="1160842" cy="290622"/>
          </a:xfrm>
          <a:custGeom>
            <a:avLst/>
            <a:gdLst>
              <a:gd name="csX0" fmla="*/ 278657 w 1160842"/>
              <a:gd name="csY0" fmla="*/ 203146 h 290622"/>
              <a:gd name="csX1" fmla="*/ 278657 w 1160842"/>
              <a:gd name="csY1" fmla="*/ 94011 h 290622"/>
              <a:gd name="csX2" fmla="*/ 330567 w 1160842"/>
              <a:gd name="csY2" fmla="*/ 94011 h 290622"/>
              <a:gd name="csX3" fmla="*/ 330567 w 1160842"/>
              <a:gd name="csY3" fmla="*/ 199469 h 290622"/>
              <a:gd name="csX4" fmla="*/ 367356 w 1160842"/>
              <a:gd name="csY4" fmla="*/ 244837 h 290622"/>
              <a:gd name="csX5" fmla="*/ 404959 w 1160842"/>
              <a:gd name="csY5" fmla="*/ 199469 h 290622"/>
              <a:gd name="csX6" fmla="*/ 404959 w 1160842"/>
              <a:gd name="csY6" fmla="*/ 94011 h 290622"/>
              <a:gd name="csX7" fmla="*/ 456869 w 1160842"/>
              <a:gd name="csY7" fmla="*/ 94011 h 290622"/>
              <a:gd name="csX8" fmla="*/ 456869 w 1160842"/>
              <a:gd name="csY8" fmla="*/ 203555 h 290622"/>
              <a:gd name="csX9" fmla="*/ 367356 w 1160842"/>
              <a:gd name="csY9" fmla="*/ 290619 h 290622"/>
              <a:gd name="csX10" fmla="*/ 278656 w 1160842"/>
              <a:gd name="csY10" fmla="*/ 203146 h 290622"/>
              <a:gd name="csX11" fmla="*/ 483886 w 1160842"/>
              <a:gd name="csY11" fmla="*/ 228487 h 290622"/>
              <a:gd name="csX12" fmla="*/ 529668 w 1160842"/>
              <a:gd name="csY12" fmla="*/ 228487 h 290622"/>
              <a:gd name="csX13" fmla="*/ 561753 w 1160842"/>
              <a:gd name="csY13" fmla="*/ 250150 h 290622"/>
              <a:gd name="csX14" fmla="*/ 586888 w 1160842"/>
              <a:gd name="csY14" fmla="*/ 233802 h 290622"/>
              <a:gd name="csX15" fmla="*/ 488786 w 1160842"/>
              <a:gd name="csY15" fmla="*/ 147558 h 290622"/>
              <a:gd name="csX16" fmla="*/ 558681 w 1160842"/>
              <a:gd name="csY16" fmla="*/ 89924 h 290622"/>
              <a:gd name="csX17" fmla="*/ 632255 w 1160842"/>
              <a:gd name="csY17" fmla="*/ 149600 h 290622"/>
              <a:gd name="csX18" fmla="*/ 586468 w 1160842"/>
              <a:gd name="csY18" fmla="*/ 149600 h 290622"/>
              <a:gd name="csX19" fmla="*/ 560105 w 1160842"/>
              <a:gd name="csY19" fmla="*/ 130391 h 290622"/>
              <a:gd name="csX20" fmla="*/ 536607 w 1160842"/>
              <a:gd name="csY20" fmla="*/ 147558 h 290622"/>
              <a:gd name="csX21" fmla="*/ 635936 w 1160842"/>
              <a:gd name="csY21" fmla="*/ 233802 h 290622"/>
              <a:gd name="csX22" fmla="*/ 563175 w 1160842"/>
              <a:gd name="csY22" fmla="*/ 290618 h 290622"/>
              <a:gd name="csX23" fmla="*/ 483883 w 1160842"/>
              <a:gd name="csY23" fmla="*/ 228487 h 290622"/>
              <a:gd name="csX24" fmla="*/ 661713 w 1160842"/>
              <a:gd name="csY24" fmla="*/ 31879 h 290622"/>
              <a:gd name="csX25" fmla="*/ 694410 w 1160842"/>
              <a:gd name="csY25" fmla="*/ 0 h 290622"/>
              <a:gd name="csX26" fmla="*/ 726704 w 1160842"/>
              <a:gd name="csY26" fmla="*/ 31879 h 290622"/>
              <a:gd name="csX27" fmla="*/ 694410 w 1160842"/>
              <a:gd name="csY27" fmla="*/ 63354 h 290622"/>
              <a:gd name="csX28" fmla="*/ 661713 w 1160842"/>
              <a:gd name="csY28" fmla="*/ 31879 h 290622"/>
              <a:gd name="csX29" fmla="*/ 668660 w 1160842"/>
              <a:gd name="csY29" fmla="*/ 286122 h 290622"/>
              <a:gd name="csX30" fmla="*/ 668660 w 1160842"/>
              <a:gd name="csY30" fmla="*/ 94011 h 290622"/>
              <a:gd name="csX31" fmla="*/ 720161 w 1160842"/>
              <a:gd name="csY31" fmla="*/ 94011 h 290622"/>
              <a:gd name="csX32" fmla="*/ 720161 w 1160842"/>
              <a:gd name="csY32" fmla="*/ 286122 h 290622"/>
              <a:gd name="csX33" fmla="*/ 668660 w 1160842"/>
              <a:gd name="csY33" fmla="*/ 286122 h 290622"/>
              <a:gd name="csX34" fmla="*/ 750435 w 1160842"/>
              <a:gd name="csY34" fmla="*/ 190065 h 290622"/>
              <a:gd name="csX35" fmla="*/ 853033 w 1160842"/>
              <a:gd name="csY35" fmla="*/ 89922 h 290622"/>
              <a:gd name="csX36" fmla="*/ 955625 w 1160842"/>
              <a:gd name="csY36" fmla="*/ 190065 h 290622"/>
              <a:gd name="csX37" fmla="*/ 853033 w 1160842"/>
              <a:gd name="csY37" fmla="*/ 290618 h 290622"/>
              <a:gd name="csX38" fmla="*/ 750435 w 1160842"/>
              <a:gd name="csY38" fmla="*/ 190065 h 290622"/>
              <a:gd name="csX39" fmla="*/ 904535 w 1160842"/>
              <a:gd name="csY39" fmla="*/ 190065 h 290622"/>
              <a:gd name="csX40" fmla="*/ 853034 w 1160842"/>
              <a:gd name="csY40" fmla="*/ 134886 h 290622"/>
              <a:gd name="csX41" fmla="*/ 801533 w 1160842"/>
              <a:gd name="csY41" fmla="*/ 190065 h 290622"/>
              <a:gd name="csX42" fmla="*/ 853034 w 1160842"/>
              <a:gd name="csY42" fmla="*/ 245245 h 290622"/>
              <a:gd name="csX43" fmla="*/ 904535 w 1160842"/>
              <a:gd name="csY43" fmla="*/ 190065 h 290622"/>
              <a:gd name="csX44" fmla="*/ 981402 w 1160842"/>
              <a:gd name="csY44" fmla="*/ 286122 h 290622"/>
              <a:gd name="csX45" fmla="*/ 981402 w 1160842"/>
              <a:gd name="csY45" fmla="*/ 176987 h 290622"/>
              <a:gd name="csX46" fmla="*/ 1071324 w 1160842"/>
              <a:gd name="csY46" fmla="*/ 89924 h 290622"/>
              <a:gd name="csX47" fmla="*/ 1160843 w 1160842"/>
              <a:gd name="csY47" fmla="*/ 176987 h 290622"/>
              <a:gd name="csX48" fmla="*/ 1160843 w 1160842"/>
              <a:gd name="csY48" fmla="*/ 286122 h 290622"/>
              <a:gd name="csX49" fmla="*/ 1109342 w 1160842"/>
              <a:gd name="csY49" fmla="*/ 286122 h 290622"/>
              <a:gd name="csX50" fmla="*/ 1109342 w 1160842"/>
              <a:gd name="csY50" fmla="*/ 181073 h 290622"/>
              <a:gd name="csX51" fmla="*/ 1071324 w 1160842"/>
              <a:gd name="csY51" fmla="*/ 135297 h 290622"/>
              <a:gd name="csX52" fmla="*/ 1033312 w 1160842"/>
              <a:gd name="csY52" fmla="*/ 181073 h 290622"/>
              <a:gd name="csX53" fmla="*/ 1033312 w 1160842"/>
              <a:gd name="csY53" fmla="*/ 286122 h 290622"/>
              <a:gd name="csX54" fmla="*/ 981402 w 1160842"/>
              <a:gd name="csY54" fmla="*/ 286122 h 290622"/>
              <a:gd name="csX55" fmla="*/ 278209 w 1160842"/>
              <a:gd name="csY55" fmla="*/ 7357 h 290622"/>
              <a:gd name="csX56" fmla="*/ 198274 w 1160842"/>
              <a:gd name="csY56" fmla="*/ 286122 h 290622"/>
              <a:gd name="csX57" fmla="*/ 139826 w 1160842"/>
              <a:gd name="csY57" fmla="*/ 286122 h 290622"/>
              <a:gd name="csX58" fmla="*/ 219761 w 1160842"/>
              <a:gd name="csY58" fmla="*/ 7357 h 290622"/>
              <a:gd name="csX59" fmla="*/ 278209 w 1160842"/>
              <a:gd name="csY59" fmla="*/ 7357 h 290622"/>
              <a:gd name="csX60" fmla="*/ 138384 w 1160842"/>
              <a:gd name="csY60" fmla="*/ 286122 h 290622"/>
              <a:gd name="csX61" fmla="*/ 58448 w 1160842"/>
              <a:gd name="csY61" fmla="*/ 7357 h 290622"/>
              <a:gd name="csX62" fmla="*/ 0 w 1160842"/>
              <a:gd name="csY62" fmla="*/ 7357 h 290622"/>
              <a:gd name="csX63" fmla="*/ 79935 w 1160842"/>
              <a:gd name="csY63" fmla="*/ 286122 h 290622"/>
              <a:gd name="csX64" fmla="*/ 138384 w 1160842"/>
              <a:gd name="csY64" fmla="*/ 286122 h 2906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160842" h="290622">
                <a:moveTo>
                  <a:pt x="278657" y="203146"/>
                </a:moveTo>
                <a:lnTo>
                  <a:pt x="278657" y="94011"/>
                </a:lnTo>
                <a:lnTo>
                  <a:pt x="330567" y="94011"/>
                </a:lnTo>
                <a:lnTo>
                  <a:pt x="330567" y="199469"/>
                </a:lnTo>
                <a:cubicBezTo>
                  <a:pt x="330567" y="227261"/>
                  <a:pt x="342828" y="244433"/>
                  <a:pt x="367356" y="244837"/>
                </a:cubicBezTo>
                <a:cubicBezTo>
                  <a:pt x="393516" y="245246"/>
                  <a:pt x="404959" y="228079"/>
                  <a:pt x="404959" y="199469"/>
                </a:cubicBezTo>
                <a:lnTo>
                  <a:pt x="404959" y="94011"/>
                </a:lnTo>
                <a:lnTo>
                  <a:pt x="456869" y="94011"/>
                </a:lnTo>
                <a:lnTo>
                  <a:pt x="456869" y="203555"/>
                </a:lnTo>
                <a:cubicBezTo>
                  <a:pt x="456869" y="252607"/>
                  <a:pt x="420490" y="291028"/>
                  <a:pt x="367356" y="290619"/>
                </a:cubicBezTo>
                <a:cubicBezTo>
                  <a:pt x="310540" y="290210"/>
                  <a:pt x="278656" y="253830"/>
                  <a:pt x="278656" y="203146"/>
                </a:cubicBezTo>
                <a:close/>
                <a:moveTo>
                  <a:pt x="483886" y="228487"/>
                </a:moveTo>
                <a:lnTo>
                  <a:pt x="529668" y="228487"/>
                </a:lnTo>
                <a:cubicBezTo>
                  <a:pt x="532123" y="243204"/>
                  <a:pt x="547452" y="250150"/>
                  <a:pt x="561753" y="250150"/>
                </a:cubicBezTo>
                <a:cubicBezTo>
                  <a:pt x="576471" y="250150"/>
                  <a:pt x="586888" y="243204"/>
                  <a:pt x="586888" y="233802"/>
                </a:cubicBezTo>
                <a:cubicBezTo>
                  <a:pt x="586888" y="202736"/>
                  <a:pt x="488786" y="221950"/>
                  <a:pt x="488786" y="147558"/>
                </a:cubicBezTo>
                <a:cubicBezTo>
                  <a:pt x="488786" y="115673"/>
                  <a:pt x="515355" y="89924"/>
                  <a:pt x="558681" y="89924"/>
                </a:cubicBezTo>
                <a:cubicBezTo>
                  <a:pt x="600785" y="89514"/>
                  <a:pt x="629396" y="111996"/>
                  <a:pt x="632255" y="149600"/>
                </a:cubicBezTo>
                <a:lnTo>
                  <a:pt x="586468" y="149600"/>
                </a:lnTo>
                <a:cubicBezTo>
                  <a:pt x="584422" y="138157"/>
                  <a:pt x="574004" y="130391"/>
                  <a:pt x="560105" y="130391"/>
                </a:cubicBezTo>
                <a:cubicBezTo>
                  <a:pt x="546616" y="130391"/>
                  <a:pt x="536607" y="137746"/>
                  <a:pt x="536607" y="147558"/>
                </a:cubicBezTo>
                <a:cubicBezTo>
                  <a:pt x="536607" y="177395"/>
                  <a:pt x="635936" y="160228"/>
                  <a:pt x="635936" y="233802"/>
                </a:cubicBezTo>
                <a:cubicBezTo>
                  <a:pt x="635936" y="268136"/>
                  <a:pt x="602415" y="290618"/>
                  <a:pt x="563175" y="290618"/>
                </a:cubicBezTo>
                <a:cubicBezTo>
                  <a:pt x="518626" y="290618"/>
                  <a:pt x="486742" y="264866"/>
                  <a:pt x="483883" y="228487"/>
                </a:cubicBezTo>
                <a:close/>
                <a:moveTo>
                  <a:pt x="661713" y="31879"/>
                </a:moveTo>
                <a:cubicBezTo>
                  <a:pt x="661713" y="14303"/>
                  <a:pt x="676425" y="0"/>
                  <a:pt x="694410" y="0"/>
                </a:cubicBezTo>
                <a:cubicBezTo>
                  <a:pt x="711986" y="0"/>
                  <a:pt x="726704" y="14303"/>
                  <a:pt x="726704" y="31879"/>
                </a:cubicBezTo>
                <a:cubicBezTo>
                  <a:pt x="726704" y="49455"/>
                  <a:pt x="711986" y="63354"/>
                  <a:pt x="694410" y="63354"/>
                </a:cubicBezTo>
                <a:cubicBezTo>
                  <a:pt x="676425" y="63354"/>
                  <a:pt x="661713" y="49456"/>
                  <a:pt x="661713" y="31879"/>
                </a:cubicBezTo>
                <a:close/>
                <a:moveTo>
                  <a:pt x="668660" y="286122"/>
                </a:moveTo>
                <a:lnTo>
                  <a:pt x="668660" y="94011"/>
                </a:lnTo>
                <a:lnTo>
                  <a:pt x="720161" y="94011"/>
                </a:lnTo>
                <a:lnTo>
                  <a:pt x="720161" y="286122"/>
                </a:lnTo>
                <a:lnTo>
                  <a:pt x="668660" y="286122"/>
                </a:lnTo>
                <a:close/>
                <a:moveTo>
                  <a:pt x="750435" y="190065"/>
                </a:moveTo>
                <a:cubicBezTo>
                  <a:pt x="750435" y="133250"/>
                  <a:pt x="793357" y="89922"/>
                  <a:pt x="853033" y="89922"/>
                </a:cubicBezTo>
                <a:cubicBezTo>
                  <a:pt x="912709" y="89922"/>
                  <a:pt x="955625" y="133250"/>
                  <a:pt x="955625" y="190065"/>
                </a:cubicBezTo>
                <a:cubicBezTo>
                  <a:pt x="955625" y="246881"/>
                  <a:pt x="912707" y="290618"/>
                  <a:pt x="853033" y="290618"/>
                </a:cubicBezTo>
                <a:cubicBezTo>
                  <a:pt x="793358" y="290618"/>
                  <a:pt x="750435" y="246881"/>
                  <a:pt x="750435" y="190065"/>
                </a:cubicBezTo>
                <a:close/>
                <a:moveTo>
                  <a:pt x="904535" y="190065"/>
                </a:moveTo>
                <a:cubicBezTo>
                  <a:pt x="904535" y="157772"/>
                  <a:pt x="882871" y="134886"/>
                  <a:pt x="853034" y="134886"/>
                </a:cubicBezTo>
                <a:cubicBezTo>
                  <a:pt x="823197" y="134886"/>
                  <a:pt x="801533" y="157772"/>
                  <a:pt x="801533" y="190065"/>
                </a:cubicBezTo>
                <a:cubicBezTo>
                  <a:pt x="801533" y="222768"/>
                  <a:pt x="823197" y="245245"/>
                  <a:pt x="853034" y="245245"/>
                </a:cubicBezTo>
                <a:cubicBezTo>
                  <a:pt x="882871" y="245245"/>
                  <a:pt x="904535" y="222768"/>
                  <a:pt x="904535" y="190065"/>
                </a:cubicBezTo>
                <a:close/>
                <a:moveTo>
                  <a:pt x="981402" y="286122"/>
                </a:moveTo>
                <a:lnTo>
                  <a:pt x="981402" y="176987"/>
                </a:lnTo>
                <a:cubicBezTo>
                  <a:pt x="981402" y="126305"/>
                  <a:pt x="1013696" y="89924"/>
                  <a:pt x="1071324" y="89924"/>
                </a:cubicBezTo>
                <a:cubicBezTo>
                  <a:pt x="1128549" y="89924"/>
                  <a:pt x="1160843" y="126303"/>
                  <a:pt x="1160843" y="176987"/>
                </a:cubicBezTo>
                <a:lnTo>
                  <a:pt x="1160843" y="286122"/>
                </a:lnTo>
                <a:lnTo>
                  <a:pt x="1109342" y="286122"/>
                </a:lnTo>
                <a:lnTo>
                  <a:pt x="1109342" y="181073"/>
                </a:lnTo>
                <a:cubicBezTo>
                  <a:pt x="1109342" y="152873"/>
                  <a:pt x="1096666" y="135297"/>
                  <a:pt x="1071324" y="135297"/>
                </a:cubicBezTo>
                <a:cubicBezTo>
                  <a:pt x="1045982" y="135297"/>
                  <a:pt x="1033312" y="152873"/>
                  <a:pt x="1033312" y="181073"/>
                </a:cubicBezTo>
                <a:lnTo>
                  <a:pt x="1033312" y="286122"/>
                </a:lnTo>
                <a:lnTo>
                  <a:pt x="981402" y="286122"/>
                </a:lnTo>
                <a:close/>
                <a:moveTo>
                  <a:pt x="278209" y="7357"/>
                </a:moveTo>
                <a:lnTo>
                  <a:pt x="198274" y="286122"/>
                </a:lnTo>
                <a:lnTo>
                  <a:pt x="139826" y="286122"/>
                </a:lnTo>
                <a:lnTo>
                  <a:pt x="219761" y="7357"/>
                </a:lnTo>
                <a:lnTo>
                  <a:pt x="278209" y="7357"/>
                </a:lnTo>
                <a:close/>
                <a:moveTo>
                  <a:pt x="138384" y="286122"/>
                </a:moveTo>
                <a:lnTo>
                  <a:pt x="58448" y="7357"/>
                </a:lnTo>
                <a:lnTo>
                  <a:pt x="0" y="7357"/>
                </a:lnTo>
                <a:cubicBezTo>
                  <a:pt x="0" y="7357"/>
                  <a:pt x="79935" y="286122"/>
                  <a:pt x="79935" y="286122"/>
                </a:cubicBezTo>
                <a:lnTo>
                  <a:pt x="138384" y="286122"/>
                </a:lnTo>
                <a:close/>
              </a:path>
            </a:pathLst>
          </a:custGeom>
          <a:solidFill>
            <a:schemeClr val="tx1"/>
          </a:solidFill>
          <a:ln w="134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666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Photo Light 01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AE20CC2-D5F8-3776-1F2F-EBAF83404B5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300" y="0"/>
            <a:ext cx="11315700" cy="685800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E649215C-F074-B7FD-2FF0-0958D0973FCE}"/>
              </a:ext>
            </a:extLst>
          </p:cNvPr>
          <p:cNvSpPr/>
          <p:nvPr userDrawn="1"/>
        </p:nvSpPr>
        <p:spPr bwMode="gray">
          <a:xfrm>
            <a:off x="0" y="0"/>
            <a:ext cx="9051925" cy="6860929"/>
          </a:xfrm>
          <a:prstGeom prst="rect">
            <a:avLst/>
          </a:prstGeom>
          <a:gradFill>
            <a:gsLst>
              <a:gs pos="45000">
                <a:srgbClr val="FDF6E3"/>
              </a:gs>
              <a:gs pos="82000">
                <a:srgbClr val="FDF6E3">
                  <a:alpha val="0"/>
                </a:srgbClr>
              </a:gs>
              <a:gs pos="71000">
                <a:srgbClr val="FDF6E3">
                  <a:alpha val="50000"/>
                </a:srgbClr>
              </a:gs>
            </a:gsLst>
            <a:lin ang="21000000" scaled="0"/>
          </a:gra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de-DE" sz="1400"/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4AA93B9A-5893-0B50-BF41-0D61F324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7349366" y="1285694"/>
            <a:ext cx="4296847" cy="4296847"/>
          </a:xfrm>
          <a:custGeom>
            <a:avLst/>
            <a:gdLst>
              <a:gd name="connsiteX0" fmla="*/ 303556 w 3992230"/>
              <a:gd name="connsiteY0" fmla="*/ 303556 h 3992230"/>
              <a:gd name="connsiteX1" fmla="*/ 303556 w 3992230"/>
              <a:gd name="connsiteY1" fmla="*/ 3688674 h 3992230"/>
              <a:gd name="connsiteX2" fmla="*/ 3688674 w 3992230"/>
              <a:gd name="connsiteY2" fmla="*/ 3688674 h 3992230"/>
              <a:gd name="connsiteX3" fmla="*/ 3688617 w 3992230"/>
              <a:gd name="connsiteY3" fmla="*/ 3688617 h 3992230"/>
              <a:gd name="connsiteX4" fmla="*/ 3688617 w 3992230"/>
              <a:gd name="connsiteY4" fmla="*/ 303556 h 3992230"/>
              <a:gd name="connsiteX5" fmla="*/ 637645 w 3992230"/>
              <a:gd name="connsiteY5" fmla="*/ 0 h 3992230"/>
              <a:gd name="connsiteX6" fmla="*/ 3354585 w 3992230"/>
              <a:gd name="connsiteY6" fmla="*/ 0 h 3992230"/>
              <a:gd name="connsiteX7" fmla="*/ 3992230 w 3992230"/>
              <a:gd name="connsiteY7" fmla="*/ 637645 h 3992230"/>
              <a:gd name="connsiteX8" fmla="*/ 3992230 w 3992230"/>
              <a:gd name="connsiteY8" fmla="*/ 3354585 h 3992230"/>
              <a:gd name="connsiteX9" fmla="*/ 3354585 w 3992230"/>
              <a:gd name="connsiteY9" fmla="*/ 3992230 h 3992230"/>
              <a:gd name="connsiteX10" fmla="*/ 637645 w 3992230"/>
              <a:gd name="connsiteY10" fmla="*/ 3992230 h 3992230"/>
              <a:gd name="connsiteX11" fmla="*/ 0 w 3992230"/>
              <a:gd name="connsiteY11" fmla="*/ 3354585 h 3992230"/>
              <a:gd name="connsiteX12" fmla="*/ 0 w 3992230"/>
              <a:gd name="connsiteY12" fmla="*/ 637645 h 3992230"/>
              <a:gd name="connsiteX13" fmla="*/ 637645 w 3992230"/>
              <a:gd name="connsiteY13" fmla="*/ 0 h 399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92230" h="3992230">
                <a:moveTo>
                  <a:pt x="303556" y="303556"/>
                </a:moveTo>
                <a:lnTo>
                  <a:pt x="303556" y="3688674"/>
                </a:lnTo>
                <a:lnTo>
                  <a:pt x="3688674" y="3688674"/>
                </a:lnTo>
                <a:lnTo>
                  <a:pt x="3688617" y="3688617"/>
                </a:lnTo>
                <a:lnTo>
                  <a:pt x="3688617" y="303556"/>
                </a:lnTo>
                <a:close/>
                <a:moveTo>
                  <a:pt x="637645" y="0"/>
                </a:moveTo>
                <a:lnTo>
                  <a:pt x="3354585" y="0"/>
                </a:lnTo>
                <a:cubicBezTo>
                  <a:pt x="3706765" y="0"/>
                  <a:pt x="3992230" y="285465"/>
                  <a:pt x="3992230" y="637645"/>
                </a:cubicBezTo>
                <a:lnTo>
                  <a:pt x="3992230" y="3354585"/>
                </a:lnTo>
                <a:cubicBezTo>
                  <a:pt x="3992230" y="3706765"/>
                  <a:pt x="3706765" y="3992230"/>
                  <a:pt x="3354585" y="3992230"/>
                </a:cubicBezTo>
                <a:lnTo>
                  <a:pt x="637645" y="3992230"/>
                </a:lnTo>
                <a:cubicBezTo>
                  <a:pt x="285465" y="3992230"/>
                  <a:pt x="0" y="3706765"/>
                  <a:pt x="0" y="3354585"/>
                </a:cubicBezTo>
                <a:lnTo>
                  <a:pt x="0" y="637645"/>
                </a:lnTo>
                <a:cubicBezTo>
                  <a:pt x="0" y="285465"/>
                  <a:pt x="285465" y="0"/>
                  <a:pt x="637645" y="0"/>
                </a:cubicBezTo>
                <a:close/>
              </a:path>
            </a:pathLst>
          </a:custGeom>
          <a:solidFill>
            <a:srgbClr val="FDCD38"/>
          </a:solidFill>
          <a:ln w="5701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DB145-611B-E784-E402-0C9DC60FC7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0" y="2096237"/>
            <a:ext cx="6229350" cy="2257425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66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CF013-5ACD-8BF9-86CF-366DFC41A9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57200" y="4761763"/>
            <a:ext cx="2502670" cy="36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rIns="180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US"/>
              <a:t>[Presentation Subtitle]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297D51B-0A84-25C5-F942-9AB85F9EDA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18823" y="432971"/>
            <a:ext cx="4529721" cy="5828281"/>
          </a:xfrm>
          <a:prstGeom prst="rect">
            <a:avLst/>
          </a:prstGeom>
        </p:spPr>
      </p:pic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70CE6C77-5CA1-2D95-AA0B-DD5A7DC3A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8331996" y="2265991"/>
            <a:ext cx="2331586" cy="2336253"/>
          </a:xfrm>
          <a:custGeom>
            <a:avLst/>
            <a:gdLst>
              <a:gd name="connsiteX0" fmla="*/ 2168002 w 2744608"/>
              <a:gd name="connsiteY0" fmla="*/ 0 h 2750102"/>
              <a:gd name="connsiteX1" fmla="*/ 2744608 w 2744608"/>
              <a:gd name="connsiteY1" fmla="*/ 0 h 2750102"/>
              <a:gd name="connsiteX2" fmla="*/ 1956067 w 2744608"/>
              <a:gd name="connsiteY2" fmla="*/ 2750102 h 2750102"/>
              <a:gd name="connsiteX3" fmla="*/ 1379460 w 2744608"/>
              <a:gd name="connsiteY3" fmla="*/ 2750102 h 2750102"/>
              <a:gd name="connsiteX4" fmla="*/ 0 w 2744608"/>
              <a:gd name="connsiteY4" fmla="*/ 0 h 2750102"/>
              <a:gd name="connsiteX5" fmla="*/ 576606 w 2744608"/>
              <a:gd name="connsiteY5" fmla="*/ 0 h 2750102"/>
              <a:gd name="connsiteX6" fmla="*/ 1365221 w 2744608"/>
              <a:gd name="connsiteY6" fmla="*/ 2750102 h 2750102"/>
              <a:gd name="connsiteX7" fmla="*/ 788614 w 2744608"/>
              <a:gd name="connsiteY7" fmla="*/ 2750102 h 2750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44608" h="2750102">
                <a:moveTo>
                  <a:pt x="2168002" y="0"/>
                </a:moveTo>
                <a:lnTo>
                  <a:pt x="2744608" y="0"/>
                </a:lnTo>
                <a:lnTo>
                  <a:pt x="1956067" y="2750102"/>
                </a:lnTo>
                <a:lnTo>
                  <a:pt x="1379460" y="2750102"/>
                </a:lnTo>
                <a:close/>
                <a:moveTo>
                  <a:pt x="0" y="0"/>
                </a:moveTo>
                <a:lnTo>
                  <a:pt x="576606" y="0"/>
                </a:lnTo>
                <a:lnTo>
                  <a:pt x="1365221" y="2750102"/>
                </a:lnTo>
                <a:lnTo>
                  <a:pt x="788614" y="2750102"/>
                </a:lnTo>
                <a:close/>
              </a:path>
            </a:pathLst>
          </a:custGeom>
          <a:solidFill>
            <a:srgbClr val="FDCD38"/>
          </a:solidFill>
          <a:ln w="72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2D4FA492-98D9-5D1E-04C0-9C662B45DDFF}"/>
              </a:ext>
            </a:extLst>
          </p:cNvPr>
          <p:cNvSpPr>
            <a:spLocks noChangeAspect="1"/>
          </p:cNvSpPr>
          <p:nvPr/>
        </p:nvSpPr>
        <p:spPr bwMode="gray">
          <a:xfrm>
            <a:off x="454340" y="544847"/>
            <a:ext cx="1160842" cy="290622"/>
          </a:xfrm>
          <a:custGeom>
            <a:avLst/>
            <a:gdLst>
              <a:gd name="csX0" fmla="*/ 278657 w 1160842"/>
              <a:gd name="csY0" fmla="*/ 203146 h 290622"/>
              <a:gd name="csX1" fmla="*/ 278657 w 1160842"/>
              <a:gd name="csY1" fmla="*/ 94011 h 290622"/>
              <a:gd name="csX2" fmla="*/ 330567 w 1160842"/>
              <a:gd name="csY2" fmla="*/ 94011 h 290622"/>
              <a:gd name="csX3" fmla="*/ 330567 w 1160842"/>
              <a:gd name="csY3" fmla="*/ 199469 h 290622"/>
              <a:gd name="csX4" fmla="*/ 367356 w 1160842"/>
              <a:gd name="csY4" fmla="*/ 244837 h 290622"/>
              <a:gd name="csX5" fmla="*/ 404959 w 1160842"/>
              <a:gd name="csY5" fmla="*/ 199469 h 290622"/>
              <a:gd name="csX6" fmla="*/ 404959 w 1160842"/>
              <a:gd name="csY6" fmla="*/ 94011 h 290622"/>
              <a:gd name="csX7" fmla="*/ 456869 w 1160842"/>
              <a:gd name="csY7" fmla="*/ 94011 h 290622"/>
              <a:gd name="csX8" fmla="*/ 456869 w 1160842"/>
              <a:gd name="csY8" fmla="*/ 203555 h 290622"/>
              <a:gd name="csX9" fmla="*/ 367356 w 1160842"/>
              <a:gd name="csY9" fmla="*/ 290619 h 290622"/>
              <a:gd name="csX10" fmla="*/ 278656 w 1160842"/>
              <a:gd name="csY10" fmla="*/ 203146 h 290622"/>
              <a:gd name="csX11" fmla="*/ 483886 w 1160842"/>
              <a:gd name="csY11" fmla="*/ 228487 h 290622"/>
              <a:gd name="csX12" fmla="*/ 529668 w 1160842"/>
              <a:gd name="csY12" fmla="*/ 228487 h 290622"/>
              <a:gd name="csX13" fmla="*/ 561753 w 1160842"/>
              <a:gd name="csY13" fmla="*/ 250150 h 290622"/>
              <a:gd name="csX14" fmla="*/ 586888 w 1160842"/>
              <a:gd name="csY14" fmla="*/ 233802 h 290622"/>
              <a:gd name="csX15" fmla="*/ 488786 w 1160842"/>
              <a:gd name="csY15" fmla="*/ 147558 h 290622"/>
              <a:gd name="csX16" fmla="*/ 558681 w 1160842"/>
              <a:gd name="csY16" fmla="*/ 89924 h 290622"/>
              <a:gd name="csX17" fmla="*/ 632255 w 1160842"/>
              <a:gd name="csY17" fmla="*/ 149600 h 290622"/>
              <a:gd name="csX18" fmla="*/ 586468 w 1160842"/>
              <a:gd name="csY18" fmla="*/ 149600 h 290622"/>
              <a:gd name="csX19" fmla="*/ 560105 w 1160842"/>
              <a:gd name="csY19" fmla="*/ 130391 h 290622"/>
              <a:gd name="csX20" fmla="*/ 536607 w 1160842"/>
              <a:gd name="csY20" fmla="*/ 147558 h 290622"/>
              <a:gd name="csX21" fmla="*/ 635936 w 1160842"/>
              <a:gd name="csY21" fmla="*/ 233802 h 290622"/>
              <a:gd name="csX22" fmla="*/ 563175 w 1160842"/>
              <a:gd name="csY22" fmla="*/ 290618 h 290622"/>
              <a:gd name="csX23" fmla="*/ 483883 w 1160842"/>
              <a:gd name="csY23" fmla="*/ 228487 h 290622"/>
              <a:gd name="csX24" fmla="*/ 661713 w 1160842"/>
              <a:gd name="csY24" fmla="*/ 31879 h 290622"/>
              <a:gd name="csX25" fmla="*/ 694410 w 1160842"/>
              <a:gd name="csY25" fmla="*/ 0 h 290622"/>
              <a:gd name="csX26" fmla="*/ 726704 w 1160842"/>
              <a:gd name="csY26" fmla="*/ 31879 h 290622"/>
              <a:gd name="csX27" fmla="*/ 694410 w 1160842"/>
              <a:gd name="csY27" fmla="*/ 63354 h 290622"/>
              <a:gd name="csX28" fmla="*/ 661713 w 1160842"/>
              <a:gd name="csY28" fmla="*/ 31879 h 290622"/>
              <a:gd name="csX29" fmla="*/ 668660 w 1160842"/>
              <a:gd name="csY29" fmla="*/ 286122 h 290622"/>
              <a:gd name="csX30" fmla="*/ 668660 w 1160842"/>
              <a:gd name="csY30" fmla="*/ 94011 h 290622"/>
              <a:gd name="csX31" fmla="*/ 720161 w 1160842"/>
              <a:gd name="csY31" fmla="*/ 94011 h 290622"/>
              <a:gd name="csX32" fmla="*/ 720161 w 1160842"/>
              <a:gd name="csY32" fmla="*/ 286122 h 290622"/>
              <a:gd name="csX33" fmla="*/ 668660 w 1160842"/>
              <a:gd name="csY33" fmla="*/ 286122 h 290622"/>
              <a:gd name="csX34" fmla="*/ 750435 w 1160842"/>
              <a:gd name="csY34" fmla="*/ 190065 h 290622"/>
              <a:gd name="csX35" fmla="*/ 853033 w 1160842"/>
              <a:gd name="csY35" fmla="*/ 89922 h 290622"/>
              <a:gd name="csX36" fmla="*/ 955625 w 1160842"/>
              <a:gd name="csY36" fmla="*/ 190065 h 290622"/>
              <a:gd name="csX37" fmla="*/ 853033 w 1160842"/>
              <a:gd name="csY37" fmla="*/ 290618 h 290622"/>
              <a:gd name="csX38" fmla="*/ 750435 w 1160842"/>
              <a:gd name="csY38" fmla="*/ 190065 h 290622"/>
              <a:gd name="csX39" fmla="*/ 904535 w 1160842"/>
              <a:gd name="csY39" fmla="*/ 190065 h 290622"/>
              <a:gd name="csX40" fmla="*/ 853034 w 1160842"/>
              <a:gd name="csY40" fmla="*/ 134886 h 290622"/>
              <a:gd name="csX41" fmla="*/ 801533 w 1160842"/>
              <a:gd name="csY41" fmla="*/ 190065 h 290622"/>
              <a:gd name="csX42" fmla="*/ 853034 w 1160842"/>
              <a:gd name="csY42" fmla="*/ 245245 h 290622"/>
              <a:gd name="csX43" fmla="*/ 904535 w 1160842"/>
              <a:gd name="csY43" fmla="*/ 190065 h 290622"/>
              <a:gd name="csX44" fmla="*/ 981402 w 1160842"/>
              <a:gd name="csY44" fmla="*/ 286122 h 290622"/>
              <a:gd name="csX45" fmla="*/ 981402 w 1160842"/>
              <a:gd name="csY45" fmla="*/ 176987 h 290622"/>
              <a:gd name="csX46" fmla="*/ 1071324 w 1160842"/>
              <a:gd name="csY46" fmla="*/ 89924 h 290622"/>
              <a:gd name="csX47" fmla="*/ 1160843 w 1160842"/>
              <a:gd name="csY47" fmla="*/ 176987 h 290622"/>
              <a:gd name="csX48" fmla="*/ 1160843 w 1160842"/>
              <a:gd name="csY48" fmla="*/ 286122 h 290622"/>
              <a:gd name="csX49" fmla="*/ 1109342 w 1160842"/>
              <a:gd name="csY49" fmla="*/ 286122 h 290622"/>
              <a:gd name="csX50" fmla="*/ 1109342 w 1160842"/>
              <a:gd name="csY50" fmla="*/ 181073 h 290622"/>
              <a:gd name="csX51" fmla="*/ 1071324 w 1160842"/>
              <a:gd name="csY51" fmla="*/ 135297 h 290622"/>
              <a:gd name="csX52" fmla="*/ 1033312 w 1160842"/>
              <a:gd name="csY52" fmla="*/ 181073 h 290622"/>
              <a:gd name="csX53" fmla="*/ 1033312 w 1160842"/>
              <a:gd name="csY53" fmla="*/ 286122 h 290622"/>
              <a:gd name="csX54" fmla="*/ 981402 w 1160842"/>
              <a:gd name="csY54" fmla="*/ 286122 h 290622"/>
              <a:gd name="csX55" fmla="*/ 278209 w 1160842"/>
              <a:gd name="csY55" fmla="*/ 7357 h 290622"/>
              <a:gd name="csX56" fmla="*/ 198274 w 1160842"/>
              <a:gd name="csY56" fmla="*/ 286122 h 290622"/>
              <a:gd name="csX57" fmla="*/ 139826 w 1160842"/>
              <a:gd name="csY57" fmla="*/ 286122 h 290622"/>
              <a:gd name="csX58" fmla="*/ 219761 w 1160842"/>
              <a:gd name="csY58" fmla="*/ 7357 h 290622"/>
              <a:gd name="csX59" fmla="*/ 278209 w 1160842"/>
              <a:gd name="csY59" fmla="*/ 7357 h 290622"/>
              <a:gd name="csX60" fmla="*/ 138384 w 1160842"/>
              <a:gd name="csY60" fmla="*/ 286122 h 290622"/>
              <a:gd name="csX61" fmla="*/ 58448 w 1160842"/>
              <a:gd name="csY61" fmla="*/ 7357 h 290622"/>
              <a:gd name="csX62" fmla="*/ 0 w 1160842"/>
              <a:gd name="csY62" fmla="*/ 7357 h 290622"/>
              <a:gd name="csX63" fmla="*/ 79935 w 1160842"/>
              <a:gd name="csY63" fmla="*/ 286122 h 290622"/>
              <a:gd name="csX64" fmla="*/ 138384 w 1160842"/>
              <a:gd name="csY64" fmla="*/ 286122 h 2906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160842" h="290622">
                <a:moveTo>
                  <a:pt x="278657" y="203146"/>
                </a:moveTo>
                <a:lnTo>
                  <a:pt x="278657" y="94011"/>
                </a:lnTo>
                <a:lnTo>
                  <a:pt x="330567" y="94011"/>
                </a:lnTo>
                <a:lnTo>
                  <a:pt x="330567" y="199469"/>
                </a:lnTo>
                <a:cubicBezTo>
                  <a:pt x="330567" y="227261"/>
                  <a:pt x="342828" y="244433"/>
                  <a:pt x="367356" y="244837"/>
                </a:cubicBezTo>
                <a:cubicBezTo>
                  <a:pt x="393516" y="245246"/>
                  <a:pt x="404959" y="228079"/>
                  <a:pt x="404959" y="199469"/>
                </a:cubicBezTo>
                <a:lnTo>
                  <a:pt x="404959" y="94011"/>
                </a:lnTo>
                <a:lnTo>
                  <a:pt x="456869" y="94011"/>
                </a:lnTo>
                <a:lnTo>
                  <a:pt x="456869" y="203555"/>
                </a:lnTo>
                <a:cubicBezTo>
                  <a:pt x="456869" y="252607"/>
                  <a:pt x="420490" y="291028"/>
                  <a:pt x="367356" y="290619"/>
                </a:cubicBezTo>
                <a:cubicBezTo>
                  <a:pt x="310540" y="290210"/>
                  <a:pt x="278656" y="253830"/>
                  <a:pt x="278656" y="203146"/>
                </a:cubicBezTo>
                <a:close/>
                <a:moveTo>
                  <a:pt x="483886" y="228487"/>
                </a:moveTo>
                <a:lnTo>
                  <a:pt x="529668" y="228487"/>
                </a:lnTo>
                <a:cubicBezTo>
                  <a:pt x="532123" y="243204"/>
                  <a:pt x="547452" y="250150"/>
                  <a:pt x="561753" y="250150"/>
                </a:cubicBezTo>
                <a:cubicBezTo>
                  <a:pt x="576471" y="250150"/>
                  <a:pt x="586888" y="243204"/>
                  <a:pt x="586888" y="233802"/>
                </a:cubicBezTo>
                <a:cubicBezTo>
                  <a:pt x="586888" y="202736"/>
                  <a:pt x="488786" y="221950"/>
                  <a:pt x="488786" y="147558"/>
                </a:cubicBezTo>
                <a:cubicBezTo>
                  <a:pt x="488786" y="115673"/>
                  <a:pt x="515355" y="89924"/>
                  <a:pt x="558681" y="89924"/>
                </a:cubicBezTo>
                <a:cubicBezTo>
                  <a:pt x="600785" y="89514"/>
                  <a:pt x="629396" y="111996"/>
                  <a:pt x="632255" y="149600"/>
                </a:cubicBezTo>
                <a:lnTo>
                  <a:pt x="586468" y="149600"/>
                </a:lnTo>
                <a:cubicBezTo>
                  <a:pt x="584422" y="138157"/>
                  <a:pt x="574004" y="130391"/>
                  <a:pt x="560105" y="130391"/>
                </a:cubicBezTo>
                <a:cubicBezTo>
                  <a:pt x="546616" y="130391"/>
                  <a:pt x="536607" y="137746"/>
                  <a:pt x="536607" y="147558"/>
                </a:cubicBezTo>
                <a:cubicBezTo>
                  <a:pt x="536607" y="177395"/>
                  <a:pt x="635936" y="160228"/>
                  <a:pt x="635936" y="233802"/>
                </a:cubicBezTo>
                <a:cubicBezTo>
                  <a:pt x="635936" y="268136"/>
                  <a:pt x="602415" y="290618"/>
                  <a:pt x="563175" y="290618"/>
                </a:cubicBezTo>
                <a:cubicBezTo>
                  <a:pt x="518626" y="290618"/>
                  <a:pt x="486742" y="264866"/>
                  <a:pt x="483883" y="228487"/>
                </a:cubicBezTo>
                <a:close/>
                <a:moveTo>
                  <a:pt x="661713" y="31879"/>
                </a:moveTo>
                <a:cubicBezTo>
                  <a:pt x="661713" y="14303"/>
                  <a:pt x="676425" y="0"/>
                  <a:pt x="694410" y="0"/>
                </a:cubicBezTo>
                <a:cubicBezTo>
                  <a:pt x="711986" y="0"/>
                  <a:pt x="726704" y="14303"/>
                  <a:pt x="726704" y="31879"/>
                </a:cubicBezTo>
                <a:cubicBezTo>
                  <a:pt x="726704" y="49455"/>
                  <a:pt x="711986" y="63354"/>
                  <a:pt x="694410" y="63354"/>
                </a:cubicBezTo>
                <a:cubicBezTo>
                  <a:pt x="676425" y="63354"/>
                  <a:pt x="661713" y="49456"/>
                  <a:pt x="661713" y="31879"/>
                </a:cubicBezTo>
                <a:close/>
                <a:moveTo>
                  <a:pt x="668660" y="286122"/>
                </a:moveTo>
                <a:lnTo>
                  <a:pt x="668660" y="94011"/>
                </a:lnTo>
                <a:lnTo>
                  <a:pt x="720161" y="94011"/>
                </a:lnTo>
                <a:lnTo>
                  <a:pt x="720161" y="286122"/>
                </a:lnTo>
                <a:lnTo>
                  <a:pt x="668660" y="286122"/>
                </a:lnTo>
                <a:close/>
                <a:moveTo>
                  <a:pt x="750435" y="190065"/>
                </a:moveTo>
                <a:cubicBezTo>
                  <a:pt x="750435" y="133250"/>
                  <a:pt x="793357" y="89922"/>
                  <a:pt x="853033" y="89922"/>
                </a:cubicBezTo>
                <a:cubicBezTo>
                  <a:pt x="912709" y="89922"/>
                  <a:pt x="955625" y="133250"/>
                  <a:pt x="955625" y="190065"/>
                </a:cubicBezTo>
                <a:cubicBezTo>
                  <a:pt x="955625" y="246881"/>
                  <a:pt x="912707" y="290618"/>
                  <a:pt x="853033" y="290618"/>
                </a:cubicBezTo>
                <a:cubicBezTo>
                  <a:pt x="793358" y="290618"/>
                  <a:pt x="750435" y="246881"/>
                  <a:pt x="750435" y="190065"/>
                </a:cubicBezTo>
                <a:close/>
                <a:moveTo>
                  <a:pt x="904535" y="190065"/>
                </a:moveTo>
                <a:cubicBezTo>
                  <a:pt x="904535" y="157772"/>
                  <a:pt x="882871" y="134886"/>
                  <a:pt x="853034" y="134886"/>
                </a:cubicBezTo>
                <a:cubicBezTo>
                  <a:pt x="823197" y="134886"/>
                  <a:pt x="801533" y="157772"/>
                  <a:pt x="801533" y="190065"/>
                </a:cubicBezTo>
                <a:cubicBezTo>
                  <a:pt x="801533" y="222768"/>
                  <a:pt x="823197" y="245245"/>
                  <a:pt x="853034" y="245245"/>
                </a:cubicBezTo>
                <a:cubicBezTo>
                  <a:pt x="882871" y="245245"/>
                  <a:pt x="904535" y="222768"/>
                  <a:pt x="904535" y="190065"/>
                </a:cubicBezTo>
                <a:close/>
                <a:moveTo>
                  <a:pt x="981402" y="286122"/>
                </a:moveTo>
                <a:lnTo>
                  <a:pt x="981402" y="176987"/>
                </a:lnTo>
                <a:cubicBezTo>
                  <a:pt x="981402" y="126305"/>
                  <a:pt x="1013696" y="89924"/>
                  <a:pt x="1071324" y="89924"/>
                </a:cubicBezTo>
                <a:cubicBezTo>
                  <a:pt x="1128549" y="89924"/>
                  <a:pt x="1160843" y="126303"/>
                  <a:pt x="1160843" y="176987"/>
                </a:cubicBezTo>
                <a:lnTo>
                  <a:pt x="1160843" y="286122"/>
                </a:lnTo>
                <a:lnTo>
                  <a:pt x="1109342" y="286122"/>
                </a:lnTo>
                <a:lnTo>
                  <a:pt x="1109342" y="181073"/>
                </a:lnTo>
                <a:cubicBezTo>
                  <a:pt x="1109342" y="152873"/>
                  <a:pt x="1096666" y="135297"/>
                  <a:pt x="1071324" y="135297"/>
                </a:cubicBezTo>
                <a:cubicBezTo>
                  <a:pt x="1045982" y="135297"/>
                  <a:pt x="1033312" y="152873"/>
                  <a:pt x="1033312" y="181073"/>
                </a:cubicBezTo>
                <a:lnTo>
                  <a:pt x="1033312" y="286122"/>
                </a:lnTo>
                <a:lnTo>
                  <a:pt x="981402" y="286122"/>
                </a:lnTo>
                <a:close/>
                <a:moveTo>
                  <a:pt x="278209" y="7357"/>
                </a:moveTo>
                <a:lnTo>
                  <a:pt x="198274" y="286122"/>
                </a:lnTo>
                <a:lnTo>
                  <a:pt x="139826" y="286122"/>
                </a:lnTo>
                <a:lnTo>
                  <a:pt x="219761" y="7357"/>
                </a:lnTo>
                <a:lnTo>
                  <a:pt x="278209" y="7357"/>
                </a:lnTo>
                <a:close/>
                <a:moveTo>
                  <a:pt x="138384" y="286122"/>
                </a:moveTo>
                <a:lnTo>
                  <a:pt x="58448" y="7357"/>
                </a:lnTo>
                <a:lnTo>
                  <a:pt x="0" y="7357"/>
                </a:lnTo>
                <a:cubicBezTo>
                  <a:pt x="0" y="7357"/>
                  <a:pt x="79935" y="286122"/>
                  <a:pt x="79935" y="286122"/>
                </a:cubicBezTo>
                <a:lnTo>
                  <a:pt x="138384" y="286122"/>
                </a:lnTo>
                <a:close/>
              </a:path>
            </a:pathLst>
          </a:custGeom>
          <a:solidFill>
            <a:schemeClr val="tx1"/>
          </a:solidFill>
          <a:ln w="134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107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Photo Color 01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6494618-1B4D-23B3-26DC-FBD1E58257D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300" y="0"/>
            <a:ext cx="11315700" cy="685800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EC70BFA9-CB4E-2F4B-4160-1A97814F9C4D}"/>
              </a:ext>
            </a:extLst>
          </p:cNvPr>
          <p:cNvSpPr/>
          <p:nvPr userDrawn="1"/>
        </p:nvSpPr>
        <p:spPr bwMode="gray">
          <a:xfrm>
            <a:off x="0" y="0"/>
            <a:ext cx="10010660" cy="6860929"/>
          </a:xfrm>
          <a:prstGeom prst="rect">
            <a:avLst/>
          </a:prstGeom>
          <a:gradFill>
            <a:gsLst>
              <a:gs pos="33000">
                <a:schemeClr val="accent1"/>
              </a:gs>
              <a:gs pos="80000">
                <a:schemeClr val="accent1">
                  <a:alpha val="0"/>
                </a:schemeClr>
              </a:gs>
              <a:gs pos="53000">
                <a:schemeClr val="accent1">
                  <a:alpha val="60000"/>
                </a:schemeClr>
              </a:gs>
            </a:gsLst>
            <a:lin ang="21000000" scaled="0"/>
          </a:gra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de-DE" sz="1400"/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4AA93B9A-5893-0B50-BF41-0D61F324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7349366" y="1285694"/>
            <a:ext cx="4296847" cy="4296847"/>
          </a:xfrm>
          <a:custGeom>
            <a:avLst/>
            <a:gdLst>
              <a:gd name="connsiteX0" fmla="*/ 303556 w 3992230"/>
              <a:gd name="connsiteY0" fmla="*/ 303556 h 3992230"/>
              <a:gd name="connsiteX1" fmla="*/ 303556 w 3992230"/>
              <a:gd name="connsiteY1" fmla="*/ 3688674 h 3992230"/>
              <a:gd name="connsiteX2" fmla="*/ 3688674 w 3992230"/>
              <a:gd name="connsiteY2" fmla="*/ 3688674 h 3992230"/>
              <a:gd name="connsiteX3" fmla="*/ 3688617 w 3992230"/>
              <a:gd name="connsiteY3" fmla="*/ 3688617 h 3992230"/>
              <a:gd name="connsiteX4" fmla="*/ 3688617 w 3992230"/>
              <a:gd name="connsiteY4" fmla="*/ 303556 h 3992230"/>
              <a:gd name="connsiteX5" fmla="*/ 637645 w 3992230"/>
              <a:gd name="connsiteY5" fmla="*/ 0 h 3992230"/>
              <a:gd name="connsiteX6" fmla="*/ 3354585 w 3992230"/>
              <a:gd name="connsiteY6" fmla="*/ 0 h 3992230"/>
              <a:gd name="connsiteX7" fmla="*/ 3992230 w 3992230"/>
              <a:gd name="connsiteY7" fmla="*/ 637645 h 3992230"/>
              <a:gd name="connsiteX8" fmla="*/ 3992230 w 3992230"/>
              <a:gd name="connsiteY8" fmla="*/ 3354585 h 3992230"/>
              <a:gd name="connsiteX9" fmla="*/ 3354585 w 3992230"/>
              <a:gd name="connsiteY9" fmla="*/ 3992230 h 3992230"/>
              <a:gd name="connsiteX10" fmla="*/ 637645 w 3992230"/>
              <a:gd name="connsiteY10" fmla="*/ 3992230 h 3992230"/>
              <a:gd name="connsiteX11" fmla="*/ 0 w 3992230"/>
              <a:gd name="connsiteY11" fmla="*/ 3354585 h 3992230"/>
              <a:gd name="connsiteX12" fmla="*/ 0 w 3992230"/>
              <a:gd name="connsiteY12" fmla="*/ 637645 h 3992230"/>
              <a:gd name="connsiteX13" fmla="*/ 637645 w 3992230"/>
              <a:gd name="connsiteY13" fmla="*/ 0 h 399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92230" h="3992230">
                <a:moveTo>
                  <a:pt x="303556" y="303556"/>
                </a:moveTo>
                <a:lnTo>
                  <a:pt x="303556" y="3688674"/>
                </a:lnTo>
                <a:lnTo>
                  <a:pt x="3688674" y="3688674"/>
                </a:lnTo>
                <a:lnTo>
                  <a:pt x="3688617" y="3688617"/>
                </a:lnTo>
                <a:lnTo>
                  <a:pt x="3688617" y="303556"/>
                </a:lnTo>
                <a:close/>
                <a:moveTo>
                  <a:pt x="637645" y="0"/>
                </a:moveTo>
                <a:lnTo>
                  <a:pt x="3354585" y="0"/>
                </a:lnTo>
                <a:cubicBezTo>
                  <a:pt x="3706765" y="0"/>
                  <a:pt x="3992230" y="285465"/>
                  <a:pt x="3992230" y="637645"/>
                </a:cubicBezTo>
                <a:lnTo>
                  <a:pt x="3992230" y="3354585"/>
                </a:lnTo>
                <a:cubicBezTo>
                  <a:pt x="3992230" y="3706765"/>
                  <a:pt x="3706765" y="3992230"/>
                  <a:pt x="3354585" y="3992230"/>
                </a:cubicBezTo>
                <a:lnTo>
                  <a:pt x="637645" y="3992230"/>
                </a:lnTo>
                <a:cubicBezTo>
                  <a:pt x="285465" y="3992230"/>
                  <a:pt x="0" y="3706765"/>
                  <a:pt x="0" y="3354585"/>
                </a:cubicBezTo>
                <a:lnTo>
                  <a:pt x="0" y="637645"/>
                </a:lnTo>
                <a:cubicBezTo>
                  <a:pt x="0" y="285465"/>
                  <a:pt x="285465" y="0"/>
                  <a:pt x="637645" y="0"/>
                </a:cubicBezTo>
                <a:close/>
              </a:path>
            </a:pathLst>
          </a:custGeom>
          <a:solidFill>
            <a:srgbClr val="FDCD38"/>
          </a:solidFill>
          <a:ln w="5701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DB145-611B-E784-E402-0C9DC60FC7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0" y="2096237"/>
            <a:ext cx="6229350" cy="2257425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66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CF013-5ACD-8BF9-86CF-366DFC41A9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57200" y="4761763"/>
            <a:ext cx="2502670" cy="360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 wrap="none" lIns="180000" rIns="180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US"/>
              <a:t>[Presentation Subtitle]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6EDF5F5-0E14-0C03-2FD8-9A9B429B78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18823" y="432971"/>
            <a:ext cx="4529721" cy="5828281"/>
          </a:xfrm>
          <a:prstGeom prst="rect">
            <a:avLst/>
          </a:prstGeom>
        </p:spPr>
      </p:pic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70CE6C77-5CA1-2D95-AA0B-DD5A7DC3A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8331996" y="2265991"/>
            <a:ext cx="2331586" cy="2336253"/>
          </a:xfrm>
          <a:custGeom>
            <a:avLst/>
            <a:gdLst>
              <a:gd name="connsiteX0" fmla="*/ 2168002 w 2744608"/>
              <a:gd name="connsiteY0" fmla="*/ 0 h 2750102"/>
              <a:gd name="connsiteX1" fmla="*/ 2744608 w 2744608"/>
              <a:gd name="connsiteY1" fmla="*/ 0 h 2750102"/>
              <a:gd name="connsiteX2" fmla="*/ 1956067 w 2744608"/>
              <a:gd name="connsiteY2" fmla="*/ 2750102 h 2750102"/>
              <a:gd name="connsiteX3" fmla="*/ 1379460 w 2744608"/>
              <a:gd name="connsiteY3" fmla="*/ 2750102 h 2750102"/>
              <a:gd name="connsiteX4" fmla="*/ 0 w 2744608"/>
              <a:gd name="connsiteY4" fmla="*/ 0 h 2750102"/>
              <a:gd name="connsiteX5" fmla="*/ 576606 w 2744608"/>
              <a:gd name="connsiteY5" fmla="*/ 0 h 2750102"/>
              <a:gd name="connsiteX6" fmla="*/ 1365221 w 2744608"/>
              <a:gd name="connsiteY6" fmla="*/ 2750102 h 2750102"/>
              <a:gd name="connsiteX7" fmla="*/ 788614 w 2744608"/>
              <a:gd name="connsiteY7" fmla="*/ 2750102 h 2750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44608" h="2750102">
                <a:moveTo>
                  <a:pt x="2168002" y="0"/>
                </a:moveTo>
                <a:lnTo>
                  <a:pt x="2744608" y="0"/>
                </a:lnTo>
                <a:lnTo>
                  <a:pt x="1956067" y="2750102"/>
                </a:lnTo>
                <a:lnTo>
                  <a:pt x="1379460" y="2750102"/>
                </a:lnTo>
                <a:close/>
                <a:moveTo>
                  <a:pt x="0" y="0"/>
                </a:moveTo>
                <a:lnTo>
                  <a:pt x="576606" y="0"/>
                </a:lnTo>
                <a:lnTo>
                  <a:pt x="1365221" y="2750102"/>
                </a:lnTo>
                <a:lnTo>
                  <a:pt x="788614" y="2750102"/>
                </a:lnTo>
                <a:close/>
              </a:path>
            </a:pathLst>
          </a:custGeom>
          <a:solidFill>
            <a:srgbClr val="FDCD38"/>
          </a:solidFill>
          <a:ln w="72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7B36585E-342D-7E14-8A69-0C6C87B3DBF2}"/>
              </a:ext>
            </a:extLst>
          </p:cNvPr>
          <p:cNvSpPr>
            <a:spLocks noChangeAspect="1"/>
          </p:cNvSpPr>
          <p:nvPr/>
        </p:nvSpPr>
        <p:spPr bwMode="gray">
          <a:xfrm>
            <a:off x="454340" y="544847"/>
            <a:ext cx="1160842" cy="290622"/>
          </a:xfrm>
          <a:custGeom>
            <a:avLst/>
            <a:gdLst>
              <a:gd name="csX0" fmla="*/ 278657 w 1160842"/>
              <a:gd name="csY0" fmla="*/ 203146 h 290622"/>
              <a:gd name="csX1" fmla="*/ 278657 w 1160842"/>
              <a:gd name="csY1" fmla="*/ 94011 h 290622"/>
              <a:gd name="csX2" fmla="*/ 330567 w 1160842"/>
              <a:gd name="csY2" fmla="*/ 94011 h 290622"/>
              <a:gd name="csX3" fmla="*/ 330567 w 1160842"/>
              <a:gd name="csY3" fmla="*/ 199469 h 290622"/>
              <a:gd name="csX4" fmla="*/ 367356 w 1160842"/>
              <a:gd name="csY4" fmla="*/ 244837 h 290622"/>
              <a:gd name="csX5" fmla="*/ 404959 w 1160842"/>
              <a:gd name="csY5" fmla="*/ 199469 h 290622"/>
              <a:gd name="csX6" fmla="*/ 404959 w 1160842"/>
              <a:gd name="csY6" fmla="*/ 94011 h 290622"/>
              <a:gd name="csX7" fmla="*/ 456869 w 1160842"/>
              <a:gd name="csY7" fmla="*/ 94011 h 290622"/>
              <a:gd name="csX8" fmla="*/ 456869 w 1160842"/>
              <a:gd name="csY8" fmla="*/ 203555 h 290622"/>
              <a:gd name="csX9" fmla="*/ 367356 w 1160842"/>
              <a:gd name="csY9" fmla="*/ 290619 h 290622"/>
              <a:gd name="csX10" fmla="*/ 278656 w 1160842"/>
              <a:gd name="csY10" fmla="*/ 203146 h 290622"/>
              <a:gd name="csX11" fmla="*/ 483886 w 1160842"/>
              <a:gd name="csY11" fmla="*/ 228487 h 290622"/>
              <a:gd name="csX12" fmla="*/ 529668 w 1160842"/>
              <a:gd name="csY12" fmla="*/ 228487 h 290622"/>
              <a:gd name="csX13" fmla="*/ 561753 w 1160842"/>
              <a:gd name="csY13" fmla="*/ 250150 h 290622"/>
              <a:gd name="csX14" fmla="*/ 586888 w 1160842"/>
              <a:gd name="csY14" fmla="*/ 233802 h 290622"/>
              <a:gd name="csX15" fmla="*/ 488786 w 1160842"/>
              <a:gd name="csY15" fmla="*/ 147558 h 290622"/>
              <a:gd name="csX16" fmla="*/ 558681 w 1160842"/>
              <a:gd name="csY16" fmla="*/ 89924 h 290622"/>
              <a:gd name="csX17" fmla="*/ 632255 w 1160842"/>
              <a:gd name="csY17" fmla="*/ 149600 h 290622"/>
              <a:gd name="csX18" fmla="*/ 586468 w 1160842"/>
              <a:gd name="csY18" fmla="*/ 149600 h 290622"/>
              <a:gd name="csX19" fmla="*/ 560105 w 1160842"/>
              <a:gd name="csY19" fmla="*/ 130391 h 290622"/>
              <a:gd name="csX20" fmla="*/ 536607 w 1160842"/>
              <a:gd name="csY20" fmla="*/ 147558 h 290622"/>
              <a:gd name="csX21" fmla="*/ 635936 w 1160842"/>
              <a:gd name="csY21" fmla="*/ 233802 h 290622"/>
              <a:gd name="csX22" fmla="*/ 563175 w 1160842"/>
              <a:gd name="csY22" fmla="*/ 290618 h 290622"/>
              <a:gd name="csX23" fmla="*/ 483883 w 1160842"/>
              <a:gd name="csY23" fmla="*/ 228487 h 290622"/>
              <a:gd name="csX24" fmla="*/ 661713 w 1160842"/>
              <a:gd name="csY24" fmla="*/ 31879 h 290622"/>
              <a:gd name="csX25" fmla="*/ 694410 w 1160842"/>
              <a:gd name="csY25" fmla="*/ 0 h 290622"/>
              <a:gd name="csX26" fmla="*/ 726704 w 1160842"/>
              <a:gd name="csY26" fmla="*/ 31879 h 290622"/>
              <a:gd name="csX27" fmla="*/ 694410 w 1160842"/>
              <a:gd name="csY27" fmla="*/ 63354 h 290622"/>
              <a:gd name="csX28" fmla="*/ 661713 w 1160842"/>
              <a:gd name="csY28" fmla="*/ 31879 h 290622"/>
              <a:gd name="csX29" fmla="*/ 668660 w 1160842"/>
              <a:gd name="csY29" fmla="*/ 286122 h 290622"/>
              <a:gd name="csX30" fmla="*/ 668660 w 1160842"/>
              <a:gd name="csY30" fmla="*/ 94011 h 290622"/>
              <a:gd name="csX31" fmla="*/ 720161 w 1160842"/>
              <a:gd name="csY31" fmla="*/ 94011 h 290622"/>
              <a:gd name="csX32" fmla="*/ 720161 w 1160842"/>
              <a:gd name="csY32" fmla="*/ 286122 h 290622"/>
              <a:gd name="csX33" fmla="*/ 668660 w 1160842"/>
              <a:gd name="csY33" fmla="*/ 286122 h 290622"/>
              <a:gd name="csX34" fmla="*/ 750435 w 1160842"/>
              <a:gd name="csY34" fmla="*/ 190065 h 290622"/>
              <a:gd name="csX35" fmla="*/ 853033 w 1160842"/>
              <a:gd name="csY35" fmla="*/ 89922 h 290622"/>
              <a:gd name="csX36" fmla="*/ 955625 w 1160842"/>
              <a:gd name="csY36" fmla="*/ 190065 h 290622"/>
              <a:gd name="csX37" fmla="*/ 853033 w 1160842"/>
              <a:gd name="csY37" fmla="*/ 290618 h 290622"/>
              <a:gd name="csX38" fmla="*/ 750435 w 1160842"/>
              <a:gd name="csY38" fmla="*/ 190065 h 290622"/>
              <a:gd name="csX39" fmla="*/ 904535 w 1160842"/>
              <a:gd name="csY39" fmla="*/ 190065 h 290622"/>
              <a:gd name="csX40" fmla="*/ 853034 w 1160842"/>
              <a:gd name="csY40" fmla="*/ 134886 h 290622"/>
              <a:gd name="csX41" fmla="*/ 801533 w 1160842"/>
              <a:gd name="csY41" fmla="*/ 190065 h 290622"/>
              <a:gd name="csX42" fmla="*/ 853034 w 1160842"/>
              <a:gd name="csY42" fmla="*/ 245245 h 290622"/>
              <a:gd name="csX43" fmla="*/ 904535 w 1160842"/>
              <a:gd name="csY43" fmla="*/ 190065 h 290622"/>
              <a:gd name="csX44" fmla="*/ 981402 w 1160842"/>
              <a:gd name="csY44" fmla="*/ 286122 h 290622"/>
              <a:gd name="csX45" fmla="*/ 981402 w 1160842"/>
              <a:gd name="csY45" fmla="*/ 176987 h 290622"/>
              <a:gd name="csX46" fmla="*/ 1071324 w 1160842"/>
              <a:gd name="csY46" fmla="*/ 89924 h 290622"/>
              <a:gd name="csX47" fmla="*/ 1160843 w 1160842"/>
              <a:gd name="csY47" fmla="*/ 176987 h 290622"/>
              <a:gd name="csX48" fmla="*/ 1160843 w 1160842"/>
              <a:gd name="csY48" fmla="*/ 286122 h 290622"/>
              <a:gd name="csX49" fmla="*/ 1109342 w 1160842"/>
              <a:gd name="csY49" fmla="*/ 286122 h 290622"/>
              <a:gd name="csX50" fmla="*/ 1109342 w 1160842"/>
              <a:gd name="csY50" fmla="*/ 181073 h 290622"/>
              <a:gd name="csX51" fmla="*/ 1071324 w 1160842"/>
              <a:gd name="csY51" fmla="*/ 135297 h 290622"/>
              <a:gd name="csX52" fmla="*/ 1033312 w 1160842"/>
              <a:gd name="csY52" fmla="*/ 181073 h 290622"/>
              <a:gd name="csX53" fmla="*/ 1033312 w 1160842"/>
              <a:gd name="csY53" fmla="*/ 286122 h 290622"/>
              <a:gd name="csX54" fmla="*/ 981402 w 1160842"/>
              <a:gd name="csY54" fmla="*/ 286122 h 290622"/>
              <a:gd name="csX55" fmla="*/ 278209 w 1160842"/>
              <a:gd name="csY55" fmla="*/ 7357 h 290622"/>
              <a:gd name="csX56" fmla="*/ 198274 w 1160842"/>
              <a:gd name="csY56" fmla="*/ 286122 h 290622"/>
              <a:gd name="csX57" fmla="*/ 139826 w 1160842"/>
              <a:gd name="csY57" fmla="*/ 286122 h 290622"/>
              <a:gd name="csX58" fmla="*/ 219761 w 1160842"/>
              <a:gd name="csY58" fmla="*/ 7357 h 290622"/>
              <a:gd name="csX59" fmla="*/ 278209 w 1160842"/>
              <a:gd name="csY59" fmla="*/ 7357 h 290622"/>
              <a:gd name="csX60" fmla="*/ 138384 w 1160842"/>
              <a:gd name="csY60" fmla="*/ 286122 h 290622"/>
              <a:gd name="csX61" fmla="*/ 58448 w 1160842"/>
              <a:gd name="csY61" fmla="*/ 7357 h 290622"/>
              <a:gd name="csX62" fmla="*/ 0 w 1160842"/>
              <a:gd name="csY62" fmla="*/ 7357 h 290622"/>
              <a:gd name="csX63" fmla="*/ 79935 w 1160842"/>
              <a:gd name="csY63" fmla="*/ 286122 h 290622"/>
              <a:gd name="csX64" fmla="*/ 138384 w 1160842"/>
              <a:gd name="csY64" fmla="*/ 286122 h 2906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160842" h="290622">
                <a:moveTo>
                  <a:pt x="278657" y="203146"/>
                </a:moveTo>
                <a:lnTo>
                  <a:pt x="278657" y="94011"/>
                </a:lnTo>
                <a:lnTo>
                  <a:pt x="330567" y="94011"/>
                </a:lnTo>
                <a:lnTo>
                  <a:pt x="330567" y="199469"/>
                </a:lnTo>
                <a:cubicBezTo>
                  <a:pt x="330567" y="227261"/>
                  <a:pt x="342828" y="244433"/>
                  <a:pt x="367356" y="244837"/>
                </a:cubicBezTo>
                <a:cubicBezTo>
                  <a:pt x="393516" y="245246"/>
                  <a:pt x="404959" y="228079"/>
                  <a:pt x="404959" y="199469"/>
                </a:cubicBezTo>
                <a:lnTo>
                  <a:pt x="404959" y="94011"/>
                </a:lnTo>
                <a:lnTo>
                  <a:pt x="456869" y="94011"/>
                </a:lnTo>
                <a:lnTo>
                  <a:pt x="456869" y="203555"/>
                </a:lnTo>
                <a:cubicBezTo>
                  <a:pt x="456869" y="252607"/>
                  <a:pt x="420490" y="291028"/>
                  <a:pt x="367356" y="290619"/>
                </a:cubicBezTo>
                <a:cubicBezTo>
                  <a:pt x="310540" y="290210"/>
                  <a:pt x="278656" y="253830"/>
                  <a:pt x="278656" y="203146"/>
                </a:cubicBezTo>
                <a:close/>
                <a:moveTo>
                  <a:pt x="483886" y="228487"/>
                </a:moveTo>
                <a:lnTo>
                  <a:pt x="529668" y="228487"/>
                </a:lnTo>
                <a:cubicBezTo>
                  <a:pt x="532123" y="243204"/>
                  <a:pt x="547452" y="250150"/>
                  <a:pt x="561753" y="250150"/>
                </a:cubicBezTo>
                <a:cubicBezTo>
                  <a:pt x="576471" y="250150"/>
                  <a:pt x="586888" y="243204"/>
                  <a:pt x="586888" y="233802"/>
                </a:cubicBezTo>
                <a:cubicBezTo>
                  <a:pt x="586888" y="202736"/>
                  <a:pt x="488786" y="221950"/>
                  <a:pt x="488786" y="147558"/>
                </a:cubicBezTo>
                <a:cubicBezTo>
                  <a:pt x="488786" y="115673"/>
                  <a:pt x="515355" y="89924"/>
                  <a:pt x="558681" y="89924"/>
                </a:cubicBezTo>
                <a:cubicBezTo>
                  <a:pt x="600785" y="89514"/>
                  <a:pt x="629396" y="111996"/>
                  <a:pt x="632255" y="149600"/>
                </a:cubicBezTo>
                <a:lnTo>
                  <a:pt x="586468" y="149600"/>
                </a:lnTo>
                <a:cubicBezTo>
                  <a:pt x="584422" y="138157"/>
                  <a:pt x="574004" y="130391"/>
                  <a:pt x="560105" y="130391"/>
                </a:cubicBezTo>
                <a:cubicBezTo>
                  <a:pt x="546616" y="130391"/>
                  <a:pt x="536607" y="137746"/>
                  <a:pt x="536607" y="147558"/>
                </a:cubicBezTo>
                <a:cubicBezTo>
                  <a:pt x="536607" y="177395"/>
                  <a:pt x="635936" y="160228"/>
                  <a:pt x="635936" y="233802"/>
                </a:cubicBezTo>
                <a:cubicBezTo>
                  <a:pt x="635936" y="268136"/>
                  <a:pt x="602415" y="290618"/>
                  <a:pt x="563175" y="290618"/>
                </a:cubicBezTo>
                <a:cubicBezTo>
                  <a:pt x="518626" y="290618"/>
                  <a:pt x="486742" y="264866"/>
                  <a:pt x="483883" y="228487"/>
                </a:cubicBezTo>
                <a:close/>
                <a:moveTo>
                  <a:pt x="661713" y="31879"/>
                </a:moveTo>
                <a:cubicBezTo>
                  <a:pt x="661713" y="14303"/>
                  <a:pt x="676425" y="0"/>
                  <a:pt x="694410" y="0"/>
                </a:cubicBezTo>
                <a:cubicBezTo>
                  <a:pt x="711986" y="0"/>
                  <a:pt x="726704" y="14303"/>
                  <a:pt x="726704" y="31879"/>
                </a:cubicBezTo>
                <a:cubicBezTo>
                  <a:pt x="726704" y="49455"/>
                  <a:pt x="711986" y="63354"/>
                  <a:pt x="694410" y="63354"/>
                </a:cubicBezTo>
                <a:cubicBezTo>
                  <a:pt x="676425" y="63354"/>
                  <a:pt x="661713" y="49456"/>
                  <a:pt x="661713" y="31879"/>
                </a:cubicBezTo>
                <a:close/>
                <a:moveTo>
                  <a:pt x="668660" y="286122"/>
                </a:moveTo>
                <a:lnTo>
                  <a:pt x="668660" y="94011"/>
                </a:lnTo>
                <a:lnTo>
                  <a:pt x="720161" y="94011"/>
                </a:lnTo>
                <a:lnTo>
                  <a:pt x="720161" y="286122"/>
                </a:lnTo>
                <a:lnTo>
                  <a:pt x="668660" y="286122"/>
                </a:lnTo>
                <a:close/>
                <a:moveTo>
                  <a:pt x="750435" y="190065"/>
                </a:moveTo>
                <a:cubicBezTo>
                  <a:pt x="750435" y="133250"/>
                  <a:pt x="793357" y="89922"/>
                  <a:pt x="853033" y="89922"/>
                </a:cubicBezTo>
                <a:cubicBezTo>
                  <a:pt x="912709" y="89922"/>
                  <a:pt x="955625" y="133250"/>
                  <a:pt x="955625" y="190065"/>
                </a:cubicBezTo>
                <a:cubicBezTo>
                  <a:pt x="955625" y="246881"/>
                  <a:pt x="912707" y="290618"/>
                  <a:pt x="853033" y="290618"/>
                </a:cubicBezTo>
                <a:cubicBezTo>
                  <a:pt x="793358" y="290618"/>
                  <a:pt x="750435" y="246881"/>
                  <a:pt x="750435" y="190065"/>
                </a:cubicBezTo>
                <a:close/>
                <a:moveTo>
                  <a:pt x="904535" y="190065"/>
                </a:moveTo>
                <a:cubicBezTo>
                  <a:pt x="904535" y="157772"/>
                  <a:pt x="882871" y="134886"/>
                  <a:pt x="853034" y="134886"/>
                </a:cubicBezTo>
                <a:cubicBezTo>
                  <a:pt x="823197" y="134886"/>
                  <a:pt x="801533" y="157772"/>
                  <a:pt x="801533" y="190065"/>
                </a:cubicBezTo>
                <a:cubicBezTo>
                  <a:pt x="801533" y="222768"/>
                  <a:pt x="823197" y="245245"/>
                  <a:pt x="853034" y="245245"/>
                </a:cubicBezTo>
                <a:cubicBezTo>
                  <a:pt x="882871" y="245245"/>
                  <a:pt x="904535" y="222768"/>
                  <a:pt x="904535" y="190065"/>
                </a:cubicBezTo>
                <a:close/>
                <a:moveTo>
                  <a:pt x="981402" y="286122"/>
                </a:moveTo>
                <a:lnTo>
                  <a:pt x="981402" y="176987"/>
                </a:lnTo>
                <a:cubicBezTo>
                  <a:pt x="981402" y="126305"/>
                  <a:pt x="1013696" y="89924"/>
                  <a:pt x="1071324" y="89924"/>
                </a:cubicBezTo>
                <a:cubicBezTo>
                  <a:pt x="1128549" y="89924"/>
                  <a:pt x="1160843" y="126303"/>
                  <a:pt x="1160843" y="176987"/>
                </a:cubicBezTo>
                <a:lnTo>
                  <a:pt x="1160843" y="286122"/>
                </a:lnTo>
                <a:lnTo>
                  <a:pt x="1109342" y="286122"/>
                </a:lnTo>
                <a:lnTo>
                  <a:pt x="1109342" y="181073"/>
                </a:lnTo>
                <a:cubicBezTo>
                  <a:pt x="1109342" y="152873"/>
                  <a:pt x="1096666" y="135297"/>
                  <a:pt x="1071324" y="135297"/>
                </a:cubicBezTo>
                <a:cubicBezTo>
                  <a:pt x="1045982" y="135297"/>
                  <a:pt x="1033312" y="152873"/>
                  <a:pt x="1033312" y="181073"/>
                </a:cubicBezTo>
                <a:lnTo>
                  <a:pt x="1033312" y="286122"/>
                </a:lnTo>
                <a:lnTo>
                  <a:pt x="981402" y="286122"/>
                </a:lnTo>
                <a:close/>
                <a:moveTo>
                  <a:pt x="278209" y="7357"/>
                </a:moveTo>
                <a:lnTo>
                  <a:pt x="198274" y="286122"/>
                </a:lnTo>
                <a:lnTo>
                  <a:pt x="139826" y="286122"/>
                </a:lnTo>
                <a:lnTo>
                  <a:pt x="219761" y="7357"/>
                </a:lnTo>
                <a:lnTo>
                  <a:pt x="278209" y="7357"/>
                </a:lnTo>
                <a:close/>
                <a:moveTo>
                  <a:pt x="138384" y="286122"/>
                </a:moveTo>
                <a:lnTo>
                  <a:pt x="58448" y="7357"/>
                </a:lnTo>
                <a:lnTo>
                  <a:pt x="0" y="7357"/>
                </a:lnTo>
                <a:cubicBezTo>
                  <a:pt x="0" y="7357"/>
                  <a:pt x="79935" y="286122"/>
                  <a:pt x="79935" y="286122"/>
                </a:cubicBezTo>
                <a:lnTo>
                  <a:pt x="138384" y="286122"/>
                </a:lnTo>
                <a:close/>
              </a:path>
            </a:pathLst>
          </a:custGeom>
          <a:solidFill>
            <a:schemeClr val="tx1"/>
          </a:solidFill>
          <a:ln w="134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793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Photo Light 02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upermarkt, Einzelhandelsgeschäft, Person, Kleidung enthält.&#10;&#10;KI-generierte Inhalte können fehlerhaft sein.">
            <a:extLst>
              <a:ext uri="{FF2B5EF4-FFF2-40B4-BE49-F238E27FC236}">
                <a16:creationId xmlns:a16="http://schemas.microsoft.com/office/drawing/2014/main" id="{72EAA213-47B2-1128-2F1A-B54C047669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2" t="18363" r="14783" b="143"/>
          <a:stretch>
            <a:fillRect/>
          </a:stretch>
        </p:blipFill>
        <p:spPr bwMode="gray">
          <a:xfrm>
            <a:off x="483476" y="0"/>
            <a:ext cx="11708523" cy="6858000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B65A6092-C4FE-C7E8-F9C8-0AED3FC6B5CB}"/>
              </a:ext>
            </a:extLst>
          </p:cNvPr>
          <p:cNvSpPr/>
          <p:nvPr userDrawn="1"/>
        </p:nvSpPr>
        <p:spPr bwMode="gray">
          <a:xfrm>
            <a:off x="1" y="0"/>
            <a:ext cx="12191999" cy="6860929"/>
          </a:xfrm>
          <a:prstGeom prst="rect">
            <a:avLst/>
          </a:prstGeom>
          <a:gradFill>
            <a:gsLst>
              <a:gs pos="36000">
                <a:srgbClr val="FDF6E3"/>
              </a:gs>
              <a:gs pos="83000">
                <a:srgbClr val="FDF6E3">
                  <a:alpha val="29000"/>
                </a:srgbClr>
              </a:gs>
              <a:gs pos="57000">
                <a:srgbClr val="FDF6E3">
                  <a:alpha val="70000"/>
                </a:srgbClr>
              </a:gs>
            </a:gsLst>
            <a:lin ang="21000000" scaled="0"/>
          </a:gra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de-DE" sz="1400"/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4AA93B9A-5893-0B50-BF41-0D61F324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>
            <a:off x="7349366" y="1285694"/>
            <a:ext cx="4296847" cy="4296847"/>
          </a:xfrm>
          <a:custGeom>
            <a:avLst/>
            <a:gdLst>
              <a:gd name="connsiteX0" fmla="*/ 303556 w 3992230"/>
              <a:gd name="connsiteY0" fmla="*/ 303556 h 3992230"/>
              <a:gd name="connsiteX1" fmla="*/ 303556 w 3992230"/>
              <a:gd name="connsiteY1" fmla="*/ 3688674 h 3992230"/>
              <a:gd name="connsiteX2" fmla="*/ 3688674 w 3992230"/>
              <a:gd name="connsiteY2" fmla="*/ 3688674 h 3992230"/>
              <a:gd name="connsiteX3" fmla="*/ 3688617 w 3992230"/>
              <a:gd name="connsiteY3" fmla="*/ 3688617 h 3992230"/>
              <a:gd name="connsiteX4" fmla="*/ 3688617 w 3992230"/>
              <a:gd name="connsiteY4" fmla="*/ 303556 h 3992230"/>
              <a:gd name="connsiteX5" fmla="*/ 637645 w 3992230"/>
              <a:gd name="connsiteY5" fmla="*/ 0 h 3992230"/>
              <a:gd name="connsiteX6" fmla="*/ 3354585 w 3992230"/>
              <a:gd name="connsiteY6" fmla="*/ 0 h 3992230"/>
              <a:gd name="connsiteX7" fmla="*/ 3992230 w 3992230"/>
              <a:gd name="connsiteY7" fmla="*/ 637645 h 3992230"/>
              <a:gd name="connsiteX8" fmla="*/ 3992230 w 3992230"/>
              <a:gd name="connsiteY8" fmla="*/ 3354585 h 3992230"/>
              <a:gd name="connsiteX9" fmla="*/ 3354585 w 3992230"/>
              <a:gd name="connsiteY9" fmla="*/ 3992230 h 3992230"/>
              <a:gd name="connsiteX10" fmla="*/ 637645 w 3992230"/>
              <a:gd name="connsiteY10" fmla="*/ 3992230 h 3992230"/>
              <a:gd name="connsiteX11" fmla="*/ 0 w 3992230"/>
              <a:gd name="connsiteY11" fmla="*/ 3354585 h 3992230"/>
              <a:gd name="connsiteX12" fmla="*/ 0 w 3992230"/>
              <a:gd name="connsiteY12" fmla="*/ 637645 h 3992230"/>
              <a:gd name="connsiteX13" fmla="*/ 637645 w 3992230"/>
              <a:gd name="connsiteY13" fmla="*/ 0 h 399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92230" h="3992230">
                <a:moveTo>
                  <a:pt x="303556" y="303556"/>
                </a:moveTo>
                <a:lnTo>
                  <a:pt x="303556" y="3688674"/>
                </a:lnTo>
                <a:lnTo>
                  <a:pt x="3688674" y="3688674"/>
                </a:lnTo>
                <a:lnTo>
                  <a:pt x="3688617" y="3688617"/>
                </a:lnTo>
                <a:lnTo>
                  <a:pt x="3688617" y="303556"/>
                </a:lnTo>
                <a:close/>
                <a:moveTo>
                  <a:pt x="637645" y="0"/>
                </a:moveTo>
                <a:lnTo>
                  <a:pt x="3354585" y="0"/>
                </a:lnTo>
                <a:cubicBezTo>
                  <a:pt x="3706765" y="0"/>
                  <a:pt x="3992230" y="285465"/>
                  <a:pt x="3992230" y="637645"/>
                </a:cubicBezTo>
                <a:lnTo>
                  <a:pt x="3992230" y="3354585"/>
                </a:lnTo>
                <a:cubicBezTo>
                  <a:pt x="3992230" y="3706765"/>
                  <a:pt x="3706765" y="3992230"/>
                  <a:pt x="3354585" y="3992230"/>
                </a:cubicBezTo>
                <a:lnTo>
                  <a:pt x="637645" y="3992230"/>
                </a:lnTo>
                <a:cubicBezTo>
                  <a:pt x="285465" y="3992230"/>
                  <a:pt x="0" y="3706765"/>
                  <a:pt x="0" y="3354585"/>
                </a:cubicBezTo>
                <a:lnTo>
                  <a:pt x="0" y="637645"/>
                </a:lnTo>
                <a:cubicBezTo>
                  <a:pt x="0" y="285465"/>
                  <a:pt x="285465" y="0"/>
                  <a:pt x="637645" y="0"/>
                </a:cubicBezTo>
                <a:close/>
              </a:path>
            </a:pathLst>
          </a:custGeom>
          <a:solidFill>
            <a:srgbClr val="FDCD38"/>
          </a:solidFill>
          <a:ln w="5701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DB145-611B-E784-E402-0C9DC60FC7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0" y="2096237"/>
            <a:ext cx="6229350" cy="2257425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66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CF013-5ACD-8BF9-86CF-366DFC41A9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57200" y="4761763"/>
            <a:ext cx="2502670" cy="36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rIns="180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US"/>
              <a:t>[Presentation Subtitle]</a:t>
            </a:r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77848529-365D-2A42-4D50-6A0FC4282DC1}"/>
              </a:ext>
            </a:extLst>
          </p:cNvPr>
          <p:cNvSpPr>
            <a:spLocks noChangeAspect="1"/>
          </p:cNvSpPr>
          <p:nvPr/>
        </p:nvSpPr>
        <p:spPr bwMode="gray">
          <a:xfrm>
            <a:off x="454340" y="544847"/>
            <a:ext cx="1160842" cy="290622"/>
          </a:xfrm>
          <a:custGeom>
            <a:avLst/>
            <a:gdLst>
              <a:gd name="csX0" fmla="*/ 278657 w 1160842"/>
              <a:gd name="csY0" fmla="*/ 203146 h 290622"/>
              <a:gd name="csX1" fmla="*/ 278657 w 1160842"/>
              <a:gd name="csY1" fmla="*/ 94011 h 290622"/>
              <a:gd name="csX2" fmla="*/ 330567 w 1160842"/>
              <a:gd name="csY2" fmla="*/ 94011 h 290622"/>
              <a:gd name="csX3" fmla="*/ 330567 w 1160842"/>
              <a:gd name="csY3" fmla="*/ 199469 h 290622"/>
              <a:gd name="csX4" fmla="*/ 367356 w 1160842"/>
              <a:gd name="csY4" fmla="*/ 244837 h 290622"/>
              <a:gd name="csX5" fmla="*/ 404959 w 1160842"/>
              <a:gd name="csY5" fmla="*/ 199469 h 290622"/>
              <a:gd name="csX6" fmla="*/ 404959 w 1160842"/>
              <a:gd name="csY6" fmla="*/ 94011 h 290622"/>
              <a:gd name="csX7" fmla="*/ 456869 w 1160842"/>
              <a:gd name="csY7" fmla="*/ 94011 h 290622"/>
              <a:gd name="csX8" fmla="*/ 456869 w 1160842"/>
              <a:gd name="csY8" fmla="*/ 203555 h 290622"/>
              <a:gd name="csX9" fmla="*/ 367356 w 1160842"/>
              <a:gd name="csY9" fmla="*/ 290619 h 290622"/>
              <a:gd name="csX10" fmla="*/ 278656 w 1160842"/>
              <a:gd name="csY10" fmla="*/ 203146 h 290622"/>
              <a:gd name="csX11" fmla="*/ 483886 w 1160842"/>
              <a:gd name="csY11" fmla="*/ 228487 h 290622"/>
              <a:gd name="csX12" fmla="*/ 529668 w 1160842"/>
              <a:gd name="csY12" fmla="*/ 228487 h 290622"/>
              <a:gd name="csX13" fmla="*/ 561753 w 1160842"/>
              <a:gd name="csY13" fmla="*/ 250150 h 290622"/>
              <a:gd name="csX14" fmla="*/ 586888 w 1160842"/>
              <a:gd name="csY14" fmla="*/ 233802 h 290622"/>
              <a:gd name="csX15" fmla="*/ 488786 w 1160842"/>
              <a:gd name="csY15" fmla="*/ 147558 h 290622"/>
              <a:gd name="csX16" fmla="*/ 558681 w 1160842"/>
              <a:gd name="csY16" fmla="*/ 89924 h 290622"/>
              <a:gd name="csX17" fmla="*/ 632255 w 1160842"/>
              <a:gd name="csY17" fmla="*/ 149600 h 290622"/>
              <a:gd name="csX18" fmla="*/ 586468 w 1160842"/>
              <a:gd name="csY18" fmla="*/ 149600 h 290622"/>
              <a:gd name="csX19" fmla="*/ 560105 w 1160842"/>
              <a:gd name="csY19" fmla="*/ 130391 h 290622"/>
              <a:gd name="csX20" fmla="*/ 536607 w 1160842"/>
              <a:gd name="csY20" fmla="*/ 147558 h 290622"/>
              <a:gd name="csX21" fmla="*/ 635936 w 1160842"/>
              <a:gd name="csY21" fmla="*/ 233802 h 290622"/>
              <a:gd name="csX22" fmla="*/ 563175 w 1160842"/>
              <a:gd name="csY22" fmla="*/ 290618 h 290622"/>
              <a:gd name="csX23" fmla="*/ 483883 w 1160842"/>
              <a:gd name="csY23" fmla="*/ 228487 h 290622"/>
              <a:gd name="csX24" fmla="*/ 661713 w 1160842"/>
              <a:gd name="csY24" fmla="*/ 31879 h 290622"/>
              <a:gd name="csX25" fmla="*/ 694410 w 1160842"/>
              <a:gd name="csY25" fmla="*/ 0 h 290622"/>
              <a:gd name="csX26" fmla="*/ 726704 w 1160842"/>
              <a:gd name="csY26" fmla="*/ 31879 h 290622"/>
              <a:gd name="csX27" fmla="*/ 694410 w 1160842"/>
              <a:gd name="csY27" fmla="*/ 63354 h 290622"/>
              <a:gd name="csX28" fmla="*/ 661713 w 1160842"/>
              <a:gd name="csY28" fmla="*/ 31879 h 290622"/>
              <a:gd name="csX29" fmla="*/ 668660 w 1160842"/>
              <a:gd name="csY29" fmla="*/ 286122 h 290622"/>
              <a:gd name="csX30" fmla="*/ 668660 w 1160842"/>
              <a:gd name="csY30" fmla="*/ 94011 h 290622"/>
              <a:gd name="csX31" fmla="*/ 720161 w 1160842"/>
              <a:gd name="csY31" fmla="*/ 94011 h 290622"/>
              <a:gd name="csX32" fmla="*/ 720161 w 1160842"/>
              <a:gd name="csY32" fmla="*/ 286122 h 290622"/>
              <a:gd name="csX33" fmla="*/ 668660 w 1160842"/>
              <a:gd name="csY33" fmla="*/ 286122 h 290622"/>
              <a:gd name="csX34" fmla="*/ 750435 w 1160842"/>
              <a:gd name="csY34" fmla="*/ 190065 h 290622"/>
              <a:gd name="csX35" fmla="*/ 853033 w 1160842"/>
              <a:gd name="csY35" fmla="*/ 89922 h 290622"/>
              <a:gd name="csX36" fmla="*/ 955625 w 1160842"/>
              <a:gd name="csY36" fmla="*/ 190065 h 290622"/>
              <a:gd name="csX37" fmla="*/ 853033 w 1160842"/>
              <a:gd name="csY37" fmla="*/ 290618 h 290622"/>
              <a:gd name="csX38" fmla="*/ 750435 w 1160842"/>
              <a:gd name="csY38" fmla="*/ 190065 h 290622"/>
              <a:gd name="csX39" fmla="*/ 904535 w 1160842"/>
              <a:gd name="csY39" fmla="*/ 190065 h 290622"/>
              <a:gd name="csX40" fmla="*/ 853034 w 1160842"/>
              <a:gd name="csY40" fmla="*/ 134886 h 290622"/>
              <a:gd name="csX41" fmla="*/ 801533 w 1160842"/>
              <a:gd name="csY41" fmla="*/ 190065 h 290622"/>
              <a:gd name="csX42" fmla="*/ 853034 w 1160842"/>
              <a:gd name="csY42" fmla="*/ 245245 h 290622"/>
              <a:gd name="csX43" fmla="*/ 904535 w 1160842"/>
              <a:gd name="csY43" fmla="*/ 190065 h 290622"/>
              <a:gd name="csX44" fmla="*/ 981402 w 1160842"/>
              <a:gd name="csY44" fmla="*/ 286122 h 290622"/>
              <a:gd name="csX45" fmla="*/ 981402 w 1160842"/>
              <a:gd name="csY45" fmla="*/ 176987 h 290622"/>
              <a:gd name="csX46" fmla="*/ 1071324 w 1160842"/>
              <a:gd name="csY46" fmla="*/ 89924 h 290622"/>
              <a:gd name="csX47" fmla="*/ 1160843 w 1160842"/>
              <a:gd name="csY47" fmla="*/ 176987 h 290622"/>
              <a:gd name="csX48" fmla="*/ 1160843 w 1160842"/>
              <a:gd name="csY48" fmla="*/ 286122 h 290622"/>
              <a:gd name="csX49" fmla="*/ 1109342 w 1160842"/>
              <a:gd name="csY49" fmla="*/ 286122 h 290622"/>
              <a:gd name="csX50" fmla="*/ 1109342 w 1160842"/>
              <a:gd name="csY50" fmla="*/ 181073 h 290622"/>
              <a:gd name="csX51" fmla="*/ 1071324 w 1160842"/>
              <a:gd name="csY51" fmla="*/ 135297 h 290622"/>
              <a:gd name="csX52" fmla="*/ 1033312 w 1160842"/>
              <a:gd name="csY52" fmla="*/ 181073 h 290622"/>
              <a:gd name="csX53" fmla="*/ 1033312 w 1160842"/>
              <a:gd name="csY53" fmla="*/ 286122 h 290622"/>
              <a:gd name="csX54" fmla="*/ 981402 w 1160842"/>
              <a:gd name="csY54" fmla="*/ 286122 h 290622"/>
              <a:gd name="csX55" fmla="*/ 278209 w 1160842"/>
              <a:gd name="csY55" fmla="*/ 7357 h 290622"/>
              <a:gd name="csX56" fmla="*/ 198274 w 1160842"/>
              <a:gd name="csY56" fmla="*/ 286122 h 290622"/>
              <a:gd name="csX57" fmla="*/ 139826 w 1160842"/>
              <a:gd name="csY57" fmla="*/ 286122 h 290622"/>
              <a:gd name="csX58" fmla="*/ 219761 w 1160842"/>
              <a:gd name="csY58" fmla="*/ 7357 h 290622"/>
              <a:gd name="csX59" fmla="*/ 278209 w 1160842"/>
              <a:gd name="csY59" fmla="*/ 7357 h 290622"/>
              <a:gd name="csX60" fmla="*/ 138384 w 1160842"/>
              <a:gd name="csY60" fmla="*/ 286122 h 290622"/>
              <a:gd name="csX61" fmla="*/ 58448 w 1160842"/>
              <a:gd name="csY61" fmla="*/ 7357 h 290622"/>
              <a:gd name="csX62" fmla="*/ 0 w 1160842"/>
              <a:gd name="csY62" fmla="*/ 7357 h 290622"/>
              <a:gd name="csX63" fmla="*/ 79935 w 1160842"/>
              <a:gd name="csY63" fmla="*/ 286122 h 290622"/>
              <a:gd name="csX64" fmla="*/ 138384 w 1160842"/>
              <a:gd name="csY64" fmla="*/ 286122 h 2906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160842" h="290622">
                <a:moveTo>
                  <a:pt x="278657" y="203146"/>
                </a:moveTo>
                <a:lnTo>
                  <a:pt x="278657" y="94011"/>
                </a:lnTo>
                <a:lnTo>
                  <a:pt x="330567" y="94011"/>
                </a:lnTo>
                <a:lnTo>
                  <a:pt x="330567" y="199469"/>
                </a:lnTo>
                <a:cubicBezTo>
                  <a:pt x="330567" y="227261"/>
                  <a:pt x="342828" y="244433"/>
                  <a:pt x="367356" y="244837"/>
                </a:cubicBezTo>
                <a:cubicBezTo>
                  <a:pt x="393516" y="245246"/>
                  <a:pt x="404959" y="228079"/>
                  <a:pt x="404959" y="199469"/>
                </a:cubicBezTo>
                <a:lnTo>
                  <a:pt x="404959" y="94011"/>
                </a:lnTo>
                <a:lnTo>
                  <a:pt x="456869" y="94011"/>
                </a:lnTo>
                <a:lnTo>
                  <a:pt x="456869" y="203555"/>
                </a:lnTo>
                <a:cubicBezTo>
                  <a:pt x="456869" y="252607"/>
                  <a:pt x="420490" y="291028"/>
                  <a:pt x="367356" y="290619"/>
                </a:cubicBezTo>
                <a:cubicBezTo>
                  <a:pt x="310540" y="290210"/>
                  <a:pt x="278656" y="253830"/>
                  <a:pt x="278656" y="203146"/>
                </a:cubicBezTo>
                <a:close/>
                <a:moveTo>
                  <a:pt x="483886" y="228487"/>
                </a:moveTo>
                <a:lnTo>
                  <a:pt x="529668" y="228487"/>
                </a:lnTo>
                <a:cubicBezTo>
                  <a:pt x="532123" y="243204"/>
                  <a:pt x="547452" y="250150"/>
                  <a:pt x="561753" y="250150"/>
                </a:cubicBezTo>
                <a:cubicBezTo>
                  <a:pt x="576471" y="250150"/>
                  <a:pt x="586888" y="243204"/>
                  <a:pt x="586888" y="233802"/>
                </a:cubicBezTo>
                <a:cubicBezTo>
                  <a:pt x="586888" y="202736"/>
                  <a:pt x="488786" y="221950"/>
                  <a:pt x="488786" y="147558"/>
                </a:cubicBezTo>
                <a:cubicBezTo>
                  <a:pt x="488786" y="115673"/>
                  <a:pt x="515355" y="89924"/>
                  <a:pt x="558681" y="89924"/>
                </a:cubicBezTo>
                <a:cubicBezTo>
                  <a:pt x="600785" y="89514"/>
                  <a:pt x="629396" y="111996"/>
                  <a:pt x="632255" y="149600"/>
                </a:cubicBezTo>
                <a:lnTo>
                  <a:pt x="586468" y="149600"/>
                </a:lnTo>
                <a:cubicBezTo>
                  <a:pt x="584422" y="138157"/>
                  <a:pt x="574004" y="130391"/>
                  <a:pt x="560105" y="130391"/>
                </a:cubicBezTo>
                <a:cubicBezTo>
                  <a:pt x="546616" y="130391"/>
                  <a:pt x="536607" y="137746"/>
                  <a:pt x="536607" y="147558"/>
                </a:cubicBezTo>
                <a:cubicBezTo>
                  <a:pt x="536607" y="177395"/>
                  <a:pt x="635936" y="160228"/>
                  <a:pt x="635936" y="233802"/>
                </a:cubicBezTo>
                <a:cubicBezTo>
                  <a:pt x="635936" y="268136"/>
                  <a:pt x="602415" y="290618"/>
                  <a:pt x="563175" y="290618"/>
                </a:cubicBezTo>
                <a:cubicBezTo>
                  <a:pt x="518626" y="290618"/>
                  <a:pt x="486742" y="264866"/>
                  <a:pt x="483883" y="228487"/>
                </a:cubicBezTo>
                <a:close/>
                <a:moveTo>
                  <a:pt x="661713" y="31879"/>
                </a:moveTo>
                <a:cubicBezTo>
                  <a:pt x="661713" y="14303"/>
                  <a:pt x="676425" y="0"/>
                  <a:pt x="694410" y="0"/>
                </a:cubicBezTo>
                <a:cubicBezTo>
                  <a:pt x="711986" y="0"/>
                  <a:pt x="726704" y="14303"/>
                  <a:pt x="726704" y="31879"/>
                </a:cubicBezTo>
                <a:cubicBezTo>
                  <a:pt x="726704" y="49455"/>
                  <a:pt x="711986" y="63354"/>
                  <a:pt x="694410" y="63354"/>
                </a:cubicBezTo>
                <a:cubicBezTo>
                  <a:pt x="676425" y="63354"/>
                  <a:pt x="661713" y="49456"/>
                  <a:pt x="661713" y="31879"/>
                </a:cubicBezTo>
                <a:close/>
                <a:moveTo>
                  <a:pt x="668660" y="286122"/>
                </a:moveTo>
                <a:lnTo>
                  <a:pt x="668660" y="94011"/>
                </a:lnTo>
                <a:lnTo>
                  <a:pt x="720161" y="94011"/>
                </a:lnTo>
                <a:lnTo>
                  <a:pt x="720161" y="286122"/>
                </a:lnTo>
                <a:lnTo>
                  <a:pt x="668660" y="286122"/>
                </a:lnTo>
                <a:close/>
                <a:moveTo>
                  <a:pt x="750435" y="190065"/>
                </a:moveTo>
                <a:cubicBezTo>
                  <a:pt x="750435" y="133250"/>
                  <a:pt x="793357" y="89922"/>
                  <a:pt x="853033" y="89922"/>
                </a:cubicBezTo>
                <a:cubicBezTo>
                  <a:pt x="912709" y="89922"/>
                  <a:pt x="955625" y="133250"/>
                  <a:pt x="955625" y="190065"/>
                </a:cubicBezTo>
                <a:cubicBezTo>
                  <a:pt x="955625" y="246881"/>
                  <a:pt x="912707" y="290618"/>
                  <a:pt x="853033" y="290618"/>
                </a:cubicBezTo>
                <a:cubicBezTo>
                  <a:pt x="793358" y="290618"/>
                  <a:pt x="750435" y="246881"/>
                  <a:pt x="750435" y="190065"/>
                </a:cubicBezTo>
                <a:close/>
                <a:moveTo>
                  <a:pt x="904535" y="190065"/>
                </a:moveTo>
                <a:cubicBezTo>
                  <a:pt x="904535" y="157772"/>
                  <a:pt x="882871" y="134886"/>
                  <a:pt x="853034" y="134886"/>
                </a:cubicBezTo>
                <a:cubicBezTo>
                  <a:pt x="823197" y="134886"/>
                  <a:pt x="801533" y="157772"/>
                  <a:pt x="801533" y="190065"/>
                </a:cubicBezTo>
                <a:cubicBezTo>
                  <a:pt x="801533" y="222768"/>
                  <a:pt x="823197" y="245245"/>
                  <a:pt x="853034" y="245245"/>
                </a:cubicBezTo>
                <a:cubicBezTo>
                  <a:pt x="882871" y="245245"/>
                  <a:pt x="904535" y="222768"/>
                  <a:pt x="904535" y="190065"/>
                </a:cubicBezTo>
                <a:close/>
                <a:moveTo>
                  <a:pt x="981402" y="286122"/>
                </a:moveTo>
                <a:lnTo>
                  <a:pt x="981402" y="176987"/>
                </a:lnTo>
                <a:cubicBezTo>
                  <a:pt x="981402" y="126305"/>
                  <a:pt x="1013696" y="89924"/>
                  <a:pt x="1071324" y="89924"/>
                </a:cubicBezTo>
                <a:cubicBezTo>
                  <a:pt x="1128549" y="89924"/>
                  <a:pt x="1160843" y="126303"/>
                  <a:pt x="1160843" y="176987"/>
                </a:cubicBezTo>
                <a:lnTo>
                  <a:pt x="1160843" y="286122"/>
                </a:lnTo>
                <a:lnTo>
                  <a:pt x="1109342" y="286122"/>
                </a:lnTo>
                <a:lnTo>
                  <a:pt x="1109342" y="181073"/>
                </a:lnTo>
                <a:cubicBezTo>
                  <a:pt x="1109342" y="152873"/>
                  <a:pt x="1096666" y="135297"/>
                  <a:pt x="1071324" y="135297"/>
                </a:cubicBezTo>
                <a:cubicBezTo>
                  <a:pt x="1045982" y="135297"/>
                  <a:pt x="1033312" y="152873"/>
                  <a:pt x="1033312" y="181073"/>
                </a:cubicBezTo>
                <a:lnTo>
                  <a:pt x="1033312" y="286122"/>
                </a:lnTo>
                <a:lnTo>
                  <a:pt x="981402" y="286122"/>
                </a:lnTo>
                <a:close/>
                <a:moveTo>
                  <a:pt x="278209" y="7357"/>
                </a:moveTo>
                <a:lnTo>
                  <a:pt x="198274" y="286122"/>
                </a:lnTo>
                <a:lnTo>
                  <a:pt x="139826" y="286122"/>
                </a:lnTo>
                <a:lnTo>
                  <a:pt x="219761" y="7357"/>
                </a:lnTo>
                <a:lnTo>
                  <a:pt x="278209" y="7357"/>
                </a:lnTo>
                <a:close/>
                <a:moveTo>
                  <a:pt x="138384" y="286122"/>
                </a:moveTo>
                <a:lnTo>
                  <a:pt x="58448" y="7357"/>
                </a:lnTo>
                <a:lnTo>
                  <a:pt x="0" y="7357"/>
                </a:lnTo>
                <a:cubicBezTo>
                  <a:pt x="0" y="7357"/>
                  <a:pt x="79935" y="286122"/>
                  <a:pt x="79935" y="286122"/>
                </a:cubicBezTo>
                <a:lnTo>
                  <a:pt x="138384" y="286122"/>
                </a:lnTo>
                <a:close/>
              </a:path>
            </a:pathLst>
          </a:custGeom>
          <a:solidFill>
            <a:schemeClr val="tx1"/>
          </a:solidFill>
          <a:ln w="134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097EF13-2681-67BC-3BB2-749A477114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3929" y="383487"/>
            <a:ext cx="4279763" cy="6474513"/>
          </a:xfrm>
          <a:prstGeom prst="rect">
            <a:avLst/>
          </a:prstGeom>
        </p:spPr>
      </p:pic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70CE6C77-5CA1-2D95-AA0B-DD5A7DC3A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8331996" y="2265991"/>
            <a:ext cx="2331586" cy="2336253"/>
          </a:xfrm>
          <a:custGeom>
            <a:avLst/>
            <a:gdLst>
              <a:gd name="connsiteX0" fmla="*/ 2168002 w 2744608"/>
              <a:gd name="connsiteY0" fmla="*/ 0 h 2750102"/>
              <a:gd name="connsiteX1" fmla="*/ 2744608 w 2744608"/>
              <a:gd name="connsiteY1" fmla="*/ 0 h 2750102"/>
              <a:gd name="connsiteX2" fmla="*/ 1956067 w 2744608"/>
              <a:gd name="connsiteY2" fmla="*/ 2750102 h 2750102"/>
              <a:gd name="connsiteX3" fmla="*/ 1379460 w 2744608"/>
              <a:gd name="connsiteY3" fmla="*/ 2750102 h 2750102"/>
              <a:gd name="connsiteX4" fmla="*/ 0 w 2744608"/>
              <a:gd name="connsiteY4" fmla="*/ 0 h 2750102"/>
              <a:gd name="connsiteX5" fmla="*/ 576606 w 2744608"/>
              <a:gd name="connsiteY5" fmla="*/ 0 h 2750102"/>
              <a:gd name="connsiteX6" fmla="*/ 1365221 w 2744608"/>
              <a:gd name="connsiteY6" fmla="*/ 2750102 h 2750102"/>
              <a:gd name="connsiteX7" fmla="*/ 788614 w 2744608"/>
              <a:gd name="connsiteY7" fmla="*/ 2750102 h 2750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44608" h="2750102">
                <a:moveTo>
                  <a:pt x="2168002" y="0"/>
                </a:moveTo>
                <a:lnTo>
                  <a:pt x="2744608" y="0"/>
                </a:lnTo>
                <a:lnTo>
                  <a:pt x="1956067" y="2750102"/>
                </a:lnTo>
                <a:lnTo>
                  <a:pt x="1379460" y="2750102"/>
                </a:lnTo>
                <a:close/>
                <a:moveTo>
                  <a:pt x="0" y="0"/>
                </a:moveTo>
                <a:lnTo>
                  <a:pt x="576606" y="0"/>
                </a:lnTo>
                <a:lnTo>
                  <a:pt x="1365221" y="2750102"/>
                </a:lnTo>
                <a:lnTo>
                  <a:pt x="788614" y="2750102"/>
                </a:lnTo>
                <a:close/>
              </a:path>
            </a:pathLst>
          </a:custGeom>
          <a:solidFill>
            <a:srgbClr val="FDCD38"/>
          </a:solidFill>
          <a:ln w="72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57959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Photo Color 02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Supermarkt, Einzelhandelsgeschäft, Person, Kleidung enthält.&#10;&#10;KI-generierte Inhalte können fehlerhaft sein.">
            <a:extLst>
              <a:ext uri="{FF2B5EF4-FFF2-40B4-BE49-F238E27FC236}">
                <a16:creationId xmlns:a16="http://schemas.microsoft.com/office/drawing/2014/main" id="{C09B8818-6AC5-2689-6C14-679BCB2DBBC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2" t="18363" r="14783" b="143"/>
          <a:stretch>
            <a:fillRect/>
          </a:stretch>
        </p:blipFill>
        <p:spPr bwMode="gray">
          <a:xfrm>
            <a:off x="483476" y="0"/>
            <a:ext cx="11708523" cy="6858000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55925B9D-0227-0E88-8075-3ADC48E3EA2A}"/>
              </a:ext>
            </a:extLst>
          </p:cNvPr>
          <p:cNvSpPr/>
          <p:nvPr userDrawn="1"/>
        </p:nvSpPr>
        <p:spPr bwMode="gray">
          <a:xfrm>
            <a:off x="0" y="0"/>
            <a:ext cx="10010660" cy="6860929"/>
          </a:xfrm>
          <a:prstGeom prst="rect">
            <a:avLst/>
          </a:prstGeom>
          <a:gradFill>
            <a:gsLst>
              <a:gs pos="34000">
                <a:schemeClr val="accent1"/>
              </a:gs>
              <a:gs pos="80000">
                <a:schemeClr val="accent1">
                  <a:alpha val="0"/>
                </a:schemeClr>
              </a:gs>
              <a:gs pos="58000">
                <a:schemeClr val="accent1">
                  <a:alpha val="60000"/>
                </a:schemeClr>
              </a:gs>
            </a:gsLst>
            <a:lin ang="21000000" scaled="0"/>
          </a:gra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de-DE" sz="1400"/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4AA93B9A-5893-0B50-BF41-0D61F324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>
            <a:off x="7349366" y="1285694"/>
            <a:ext cx="4296847" cy="4296847"/>
          </a:xfrm>
          <a:custGeom>
            <a:avLst/>
            <a:gdLst>
              <a:gd name="connsiteX0" fmla="*/ 303556 w 3992230"/>
              <a:gd name="connsiteY0" fmla="*/ 303556 h 3992230"/>
              <a:gd name="connsiteX1" fmla="*/ 303556 w 3992230"/>
              <a:gd name="connsiteY1" fmla="*/ 3688674 h 3992230"/>
              <a:gd name="connsiteX2" fmla="*/ 3688674 w 3992230"/>
              <a:gd name="connsiteY2" fmla="*/ 3688674 h 3992230"/>
              <a:gd name="connsiteX3" fmla="*/ 3688617 w 3992230"/>
              <a:gd name="connsiteY3" fmla="*/ 3688617 h 3992230"/>
              <a:gd name="connsiteX4" fmla="*/ 3688617 w 3992230"/>
              <a:gd name="connsiteY4" fmla="*/ 303556 h 3992230"/>
              <a:gd name="connsiteX5" fmla="*/ 637645 w 3992230"/>
              <a:gd name="connsiteY5" fmla="*/ 0 h 3992230"/>
              <a:gd name="connsiteX6" fmla="*/ 3354585 w 3992230"/>
              <a:gd name="connsiteY6" fmla="*/ 0 h 3992230"/>
              <a:gd name="connsiteX7" fmla="*/ 3992230 w 3992230"/>
              <a:gd name="connsiteY7" fmla="*/ 637645 h 3992230"/>
              <a:gd name="connsiteX8" fmla="*/ 3992230 w 3992230"/>
              <a:gd name="connsiteY8" fmla="*/ 3354585 h 3992230"/>
              <a:gd name="connsiteX9" fmla="*/ 3354585 w 3992230"/>
              <a:gd name="connsiteY9" fmla="*/ 3992230 h 3992230"/>
              <a:gd name="connsiteX10" fmla="*/ 637645 w 3992230"/>
              <a:gd name="connsiteY10" fmla="*/ 3992230 h 3992230"/>
              <a:gd name="connsiteX11" fmla="*/ 0 w 3992230"/>
              <a:gd name="connsiteY11" fmla="*/ 3354585 h 3992230"/>
              <a:gd name="connsiteX12" fmla="*/ 0 w 3992230"/>
              <a:gd name="connsiteY12" fmla="*/ 637645 h 3992230"/>
              <a:gd name="connsiteX13" fmla="*/ 637645 w 3992230"/>
              <a:gd name="connsiteY13" fmla="*/ 0 h 399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92230" h="3992230">
                <a:moveTo>
                  <a:pt x="303556" y="303556"/>
                </a:moveTo>
                <a:lnTo>
                  <a:pt x="303556" y="3688674"/>
                </a:lnTo>
                <a:lnTo>
                  <a:pt x="3688674" y="3688674"/>
                </a:lnTo>
                <a:lnTo>
                  <a:pt x="3688617" y="3688617"/>
                </a:lnTo>
                <a:lnTo>
                  <a:pt x="3688617" y="303556"/>
                </a:lnTo>
                <a:close/>
                <a:moveTo>
                  <a:pt x="637645" y="0"/>
                </a:moveTo>
                <a:lnTo>
                  <a:pt x="3354585" y="0"/>
                </a:lnTo>
                <a:cubicBezTo>
                  <a:pt x="3706765" y="0"/>
                  <a:pt x="3992230" y="285465"/>
                  <a:pt x="3992230" y="637645"/>
                </a:cubicBezTo>
                <a:lnTo>
                  <a:pt x="3992230" y="3354585"/>
                </a:lnTo>
                <a:cubicBezTo>
                  <a:pt x="3992230" y="3706765"/>
                  <a:pt x="3706765" y="3992230"/>
                  <a:pt x="3354585" y="3992230"/>
                </a:cubicBezTo>
                <a:lnTo>
                  <a:pt x="637645" y="3992230"/>
                </a:lnTo>
                <a:cubicBezTo>
                  <a:pt x="285465" y="3992230"/>
                  <a:pt x="0" y="3706765"/>
                  <a:pt x="0" y="3354585"/>
                </a:cubicBezTo>
                <a:lnTo>
                  <a:pt x="0" y="637645"/>
                </a:lnTo>
                <a:cubicBezTo>
                  <a:pt x="0" y="285465"/>
                  <a:pt x="285465" y="0"/>
                  <a:pt x="637645" y="0"/>
                </a:cubicBezTo>
                <a:close/>
              </a:path>
            </a:pathLst>
          </a:custGeom>
          <a:solidFill>
            <a:srgbClr val="FDCD38"/>
          </a:solidFill>
          <a:ln w="5701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DB145-611B-E784-E402-0C9DC60FC7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0" y="2096237"/>
            <a:ext cx="6229350" cy="2257425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66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CF013-5ACD-8BF9-86CF-366DFC41A9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57200" y="4761763"/>
            <a:ext cx="2502670" cy="360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 wrap="none" lIns="180000" rIns="180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US"/>
              <a:t>[Presentation Subtitle]</a:t>
            </a:r>
          </a:p>
        </p:txBody>
      </p:sp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DFBF25F7-3883-2544-403E-6E717CCEFA5A}"/>
              </a:ext>
            </a:extLst>
          </p:cNvPr>
          <p:cNvSpPr>
            <a:spLocks noChangeAspect="1"/>
          </p:cNvSpPr>
          <p:nvPr/>
        </p:nvSpPr>
        <p:spPr bwMode="gray">
          <a:xfrm>
            <a:off x="454340" y="544847"/>
            <a:ext cx="1160842" cy="290622"/>
          </a:xfrm>
          <a:custGeom>
            <a:avLst/>
            <a:gdLst>
              <a:gd name="csX0" fmla="*/ 278657 w 1160842"/>
              <a:gd name="csY0" fmla="*/ 203146 h 290622"/>
              <a:gd name="csX1" fmla="*/ 278657 w 1160842"/>
              <a:gd name="csY1" fmla="*/ 94011 h 290622"/>
              <a:gd name="csX2" fmla="*/ 330567 w 1160842"/>
              <a:gd name="csY2" fmla="*/ 94011 h 290622"/>
              <a:gd name="csX3" fmla="*/ 330567 w 1160842"/>
              <a:gd name="csY3" fmla="*/ 199469 h 290622"/>
              <a:gd name="csX4" fmla="*/ 367356 w 1160842"/>
              <a:gd name="csY4" fmla="*/ 244837 h 290622"/>
              <a:gd name="csX5" fmla="*/ 404959 w 1160842"/>
              <a:gd name="csY5" fmla="*/ 199469 h 290622"/>
              <a:gd name="csX6" fmla="*/ 404959 w 1160842"/>
              <a:gd name="csY6" fmla="*/ 94011 h 290622"/>
              <a:gd name="csX7" fmla="*/ 456869 w 1160842"/>
              <a:gd name="csY7" fmla="*/ 94011 h 290622"/>
              <a:gd name="csX8" fmla="*/ 456869 w 1160842"/>
              <a:gd name="csY8" fmla="*/ 203555 h 290622"/>
              <a:gd name="csX9" fmla="*/ 367356 w 1160842"/>
              <a:gd name="csY9" fmla="*/ 290619 h 290622"/>
              <a:gd name="csX10" fmla="*/ 278656 w 1160842"/>
              <a:gd name="csY10" fmla="*/ 203146 h 290622"/>
              <a:gd name="csX11" fmla="*/ 483886 w 1160842"/>
              <a:gd name="csY11" fmla="*/ 228487 h 290622"/>
              <a:gd name="csX12" fmla="*/ 529668 w 1160842"/>
              <a:gd name="csY12" fmla="*/ 228487 h 290622"/>
              <a:gd name="csX13" fmla="*/ 561753 w 1160842"/>
              <a:gd name="csY13" fmla="*/ 250150 h 290622"/>
              <a:gd name="csX14" fmla="*/ 586888 w 1160842"/>
              <a:gd name="csY14" fmla="*/ 233802 h 290622"/>
              <a:gd name="csX15" fmla="*/ 488786 w 1160842"/>
              <a:gd name="csY15" fmla="*/ 147558 h 290622"/>
              <a:gd name="csX16" fmla="*/ 558681 w 1160842"/>
              <a:gd name="csY16" fmla="*/ 89924 h 290622"/>
              <a:gd name="csX17" fmla="*/ 632255 w 1160842"/>
              <a:gd name="csY17" fmla="*/ 149600 h 290622"/>
              <a:gd name="csX18" fmla="*/ 586468 w 1160842"/>
              <a:gd name="csY18" fmla="*/ 149600 h 290622"/>
              <a:gd name="csX19" fmla="*/ 560105 w 1160842"/>
              <a:gd name="csY19" fmla="*/ 130391 h 290622"/>
              <a:gd name="csX20" fmla="*/ 536607 w 1160842"/>
              <a:gd name="csY20" fmla="*/ 147558 h 290622"/>
              <a:gd name="csX21" fmla="*/ 635936 w 1160842"/>
              <a:gd name="csY21" fmla="*/ 233802 h 290622"/>
              <a:gd name="csX22" fmla="*/ 563175 w 1160842"/>
              <a:gd name="csY22" fmla="*/ 290618 h 290622"/>
              <a:gd name="csX23" fmla="*/ 483883 w 1160842"/>
              <a:gd name="csY23" fmla="*/ 228487 h 290622"/>
              <a:gd name="csX24" fmla="*/ 661713 w 1160842"/>
              <a:gd name="csY24" fmla="*/ 31879 h 290622"/>
              <a:gd name="csX25" fmla="*/ 694410 w 1160842"/>
              <a:gd name="csY25" fmla="*/ 0 h 290622"/>
              <a:gd name="csX26" fmla="*/ 726704 w 1160842"/>
              <a:gd name="csY26" fmla="*/ 31879 h 290622"/>
              <a:gd name="csX27" fmla="*/ 694410 w 1160842"/>
              <a:gd name="csY27" fmla="*/ 63354 h 290622"/>
              <a:gd name="csX28" fmla="*/ 661713 w 1160842"/>
              <a:gd name="csY28" fmla="*/ 31879 h 290622"/>
              <a:gd name="csX29" fmla="*/ 668660 w 1160842"/>
              <a:gd name="csY29" fmla="*/ 286122 h 290622"/>
              <a:gd name="csX30" fmla="*/ 668660 w 1160842"/>
              <a:gd name="csY30" fmla="*/ 94011 h 290622"/>
              <a:gd name="csX31" fmla="*/ 720161 w 1160842"/>
              <a:gd name="csY31" fmla="*/ 94011 h 290622"/>
              <a:gd name="csX32" fmla="*/ 720161 w 1160842"/>
              <a:gd name="csY32" fmla="*/ 286122 h 290622"/>
              <a:gd name="csX33" fmla="*/ 668660 w 1160842"/>
              <a:gd name="csY33" fmla="*/ 286122 h 290622"/>
              <a:gd name="csX34" fmla="*/ 750435 w 1160842"/>
              <a:gd name="csY34" fmla="*/ 190065 h 290622"/>
              <a:gd name="csX35" fmla="*/ 853033 w 1160842"/>
              <a:gd name="csY35" fmla="*/ 89922 h 290622"/>
              <a:gd name="csX36" fmla="*/ 955625 w 1160842"/>
              <a:gd name="csY36" fmla="*/ 190065 h 290622"/>
              <a:gd name="csX37" fmla="*/ 853033 w 1160842"/>
              <a:gd name="csY37" fmla="*/ 290618 h 290622"/>
              <a:gd name="csX38" fmla="*/ 750435 w 1160842"/>
              <a:gd name="csY38" fmla="*/ 190065 h 290622"/>
              <a:gd name="csX39" fmla="*/ 904535 w 1160842"/>
              <a:gd name="csY39" fmla="*/ 190065 h 290622"/>
              <a:gd name="csX40" fmla="*/ 853034 w 1160842"/>
              <a:gd name="csY40" fmla="*/ 134886 h 290622"/>
              <a:gd name="csX41" fmla="*/ 801533 w 1160842"/>
              <a:gd name="csY41" fmla="*/ 190065 h 290622"/>
              <a:gd name="csX42" fmla="*/ 853034 w 1160842"/>
              <a:gd name="csY42" fmla="*/ 245245 h 290622"/>
              <a:gd name="csX43" fmla="*/ 904535 w 1160842"/>
              <a:gd name="csY43" fmla="*/ 190065 h 290622"/>
              <a:gd name="csX44" fmla="*/ 981402 w 1160842"/>
              <a:gd name="csY44" fmla="*/ 286122 h 290622"/>
              <a:gd name="csX45" fmla="*/ 981402 w 1160842"/>
              <a:gd name="csY45" fmla="*/ 176987 h 290622"/>
              <a:gd name="csX46" fmla="*/ 1071324 w 1160842"/>
              <a:gd name="csY46" fmla="*/ 89924 h 290622"/>
              <a:gd name="csX47" fmla="*/ 1160843 w 1160842"/>
              <a:gd name="csY47" fmla="*/ 176987 h 290622"/>
              <a:gd name="csX48" fmla="*/ 1160843 w 1160842"/>
              <a:gd name="csY48" fmla="*/ 286122 h 290622"/>
              <a:gd name="csX49" fmla="*/ 1109342 w 1160842"/>
              <a:gd name="csY49" fmla="*/ 286122 h 290622"/>
              <a:gd name="csX50" fmla="*/ 1109342 w 1160842"/>
              <a:gd name="csY50" fmla="*/ 181073 h 290622"/>
              <a:gd name="csX51" fmla="*/ 1071324 w 1160842"/>
              <a:gd name="csY51" fmla="*/ 135297 h 290622"/>
              <a:gd name="csX52" fmla="*/ 1033312 w 1160842"/>
              <a:gd name="csY52" fmla="*/ 181073 h 290622"/>
              <a:gd name="csX53" fmla="*/ 1033312 w 1160842"/>
              <a:gd name="csY53" fmla="*/ 286122 h 290622"/>
              <a:gd name="csX54" fmla="*/ 981402 w 1160842"/>
              <a:gd name="csY54" fmla="*/ 286122 h 290622"/>
              <a:gd name="csX55" fmla="*/ 278209 w 1160842"/>
              <a:gd name="csY55" fmla="*/ 7357 h 290622"/>
              <a:gd name="csX56" fmla="*/ 198274 w 1160842"/>
              <a:gd name="csY56" fmla="*/ 286122 h 290622"/>
              <a:gd name="csX57" fmla="*/ 139826 w 1160842"/>
              <a:gd name="csY57" fmla="*/ 286122 h 290622"/>
              <a:gd name="csX58" fmla="*/ 219761 w 1160842"/>
              <a:gd name="csY58" fmla="*/ 7357 h 290622"/>
              <a:gd name="csX59" fmla="*/ 278209 w 1160842"/>
              <a:gd name="csY59" fmla="*/ 7357 h 290622"/>
              <a:gd name="csX60" fmla="*/ 138384 w 1160842"/>
              <a:gd name="csY60" fmla="*/ 286122 h 290622"/>
              <a:gd name="csX61" fmla="*/ 58448 w 1160842"/>
              <a:gd name="csY61" fmla="*/ 7357 h 290622"/>
              <a:gd name="csX62" fmla="*/ 0 w 1160842"/>
              <a:gd name="csY62" fmla="*/ 7357 h 290622"/>
              <a:gd name="csX63" fmla="*/ 79935 w 1160842"/>
              <a:gd name="csY63" fmla="*/ 286122 h 290622"/>
              <a:gd name="csX64" fmla="*/ 138384 w 1160842"/>
              <a:gd name="csY64" fmla="*/ 286122 h 2906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160842" h="290622">
                <a:moveTo>
                  <a:pt x="278657" y="203146"/>
                </a:moveTo>
                <a:lnTo>
                  <a:pt x="278657" y="94011"/>
                </a:lnTo>
                <a:lnTo>
                  <a:pt x="330567" y="94011"/>
                </a:lnTo>
                <a:lnTo>
                  <a:pt x="330567" y="199469"/>
                </a:lnTo>
                <a:cubicBezTo>
                  <a:pt x="330567" y="227261"/>
                  <a:pt x="342828" y="244433"/>
                  <a:pt x="367356" y="244837"/>
                </a:cubicBezTo>
                <a:cubicBezTo>
                  <a:pt x="393516" y="245246"/>
                  <a:pt x="404959" y="228079"/>
                  <a:pt x="404959" y="199469"/>
                </a:cubicBezTo>
                <a:lnTo>
                  <a:pt x="404959" y="94011"/>
                </a:lnTo>
                <a:lnTo>
                  <a:pt x="456869" y="94011"/>
                </a:lnTo>
                <a:lnTo>
                  <a:pt x="456869" y="203555"/>
                </a:lnTo>
                <a:cubicBezTo>
                  <a:pt x="456869" y="252607"/>
                  <a:pt x="420490" y="291028"/>
                  <a:pt x="367356" y="290619"/>
                </a:cubicBezTo>
                <a:cubicBezTo>
                  <a:pt x="310540" y="290210"/>
                  <a:pt x="278656" y="253830"/>
                  <a:pt x="278656" y="203146"/>
                </a:cubicBezTo>
                <a:close/>
                <a:moveTo>
                  <a:pt x="483886" y="228487"/>
                </a:moveTo>
                <a:lnTo>
                  <a:pt x="529668" y="228487"/>
                </a:lnTo>
                <a:cubicBezTo>
                  <a:pt x="532123" y="243204"/>
                  <a:pt x="547452" y="250150"/>
                  <a:pt x="561753" y="250150"/>
                </a:cubicBezTo>
                <a:cubicBezTo>
                  <a:pt x="576471" y="250150"/>
                  <a:pt x="586888" y="243204"/>
                  <a:pt x="586888" y="233802"/>
                </a:cubicBezTo>
                <a:cubicBezTo>
                  <a:pt x="586888" y="202736"/>
                  <a:pt x="488786" y="221950"/>
                  <a:pt x="488786" y="147558"/>
                </a:cubicBezTo>
                <a:cubicBezTo>
                  <a:pt x="488786" y="115673"/>
                  <a:pt x="515355" y="89924"/>
                  <a:pt x="558681" y="89924"/>
                </a:cubicBezTo>
                <a:cubicBezTo>
                  <a:pt x="600785" y="89514"/>
                  <a:pt x="629396" y="111996"/>
                  <a:pt x="632255" y="149600"/>
                </a:cubicBezTo>
                <a:lnTo>
                  <a:pt x="586468" y="149600"/>
                </a:lnTo>
                <a:cubicBezTo>
                  <a:pt x="584422" y="138157"/>
                  <a:pt x="574004" y="130391"/>
                  <a:pt x="560105" y="130391"/>
                </a:cubicBezTo>
                <a:cubicBezTo>
                  <a:pt x="546616" y="130391"/>
                  <a:pt x="536607" y="137746"/>
                  <a:pt x="536607" y="147558"/>
                </a:cubicBezTo>
                <a:cubicBezTo>
                  <a:pt x="536607" y="177395"/>
                  <a:pt x="635936" y="160228"/>
                  <a:pt x="635936" y="233802"/>
                </a:cubicBezTo>
                <a:cubicBezTo>
                  <a:pt x="635936" y="268136"/>
                  <a:pt x="602415" y="290618"/>
                  <a:pt x="563175" y="290618"/>
                </a:cubicBezTo>
                <a:cubicBezTo>
                  <a:pt x="518626" y="290618"/>
                  <a:pt x="486742" y="264866"/>
                  <a:pt x="483883" y="228487"/>
                </a:cubicBezTo>
                <a:close/>
                <a:moveTo>
                  <a:pt x="661713" y="31879"/>
                </a:moveTo>
                <a:cubicBezTo>
                  <a:pt x="661713" y="14303"/>
                  <a:pt x="676425" y="0"/>
                  <a:pt x="694410" y="0"/>
                </a:cubicBezTo>
                <a:cubicBezTo>
                  <a:pt x="711986" y="0"/>
                  <a:pt x="726704" y="14303"/>
                  <a:pt x="726704" y="31879"/>
                </a:cubicBezTo>
                <a:cubicBezTo>
                  <a:pt x="726704" y="49455"/>
                  <a:pt x="711986" y="63354"/>
                  <a:pt x="694410" y="63354"/>
                </a:cubicBezTo>
                <a:cubicBezTo>
                  <a:pt x="676425" y="63354"/>
                  <a:pt x="661713" y="49456"/>
                  <a:pt x="661713" y="31879"/>
                </a:cubicBezTo>
                <a:close/>
                <a:moveTo>
                  <a:pt x="668660" y="286122"/>
                </a:moveTo>
                <a:lnTo>
                  <a:pt x="668660" y="94011"/>
                </a:lnTo>
                <a:lnTo>
                  <a:pt x="720161" y="94011"/>
                </a:lnTo>
                <a:lnTo>
                  <a:pt x="720161" y="286122"/>
                </a:lnTo>
                <a:lnTo>
                  <a:pt x="668660" y="286122"/>
                </a:lnTo>
                <a:close/>
                <a:moveTo>
                  <a:pt x="750435" y="190065"/>
                </a:moveTo>
                <a:cubicBezTo>
                  <a:pt x="750435" y="133250"/>
                  <a:pt x="793357" y="89922"/>
                  <a:pt x="853033" y="89922"/>
                </a:cubicBezTo>
                <a:cubicBezTo>
                  <a:pt x="912709" y="89922"/>
                  <a:pt x="955625" y="133250"/>
                  <a:pt x="955625" y="190065"/>
                </a:cubicBezTo>
                <a:cubicBezTo>
                  <a:pt x="955625" y="246881"/>
                  <a:pt x="912707" y="290618"/>
                  <a:pt x="853033" y="290618"/>
                </a:cubicBezTo>
                <a:cubicBezTo>
                  <a:pt x="793358" y="290618"/>
                  <a:pt x="750435" y="246881"/>
                  <a:pt x="750435" y="190065"/>
                </a:cubicBezTo>
                <a:close/>
                <a:moveTo>
                  <a:pt x="904535" y="190065"/>
                </a:moveTo>
                <a:cubicBezTo>
                  <a:pt x="904535" y="157772"/>
                  <a:pt x="882871" y="134886"/>
                  <a:pt x="853034" y="134886"/>
                </a:cubicBezTo>
                <a:cubicBezTo>
                  <a:pt x="823197" y="134886"/>
                  <a:pt x="801533" y="157772"/>
                  <a:pt x="801533" y="190065"/>
                </a:cubicBezTo>
                <a:cubicBezTo>
                  <a:pt x="801533" y="222768"/>
                  <a:pt x="823197" y="245245"/>
                  <a:pt x="853034" y="245245"/>
                </a:cubicBezTo>
                <a:cubicBezTo>
                  <a:pt x="882871" y="245245"/>
                  <a:pt x="904535" y="222768"/>
                  <a:pt x="904535" y="190065"/>
                </a:cubicBezTo>
                <a:close/>
                <a:moveTo>
                  <a:pt x="981402" y="286122"/>
                </a:moveTo>
                <a:lnTo>
                  <a:pt x="981402" y="176987"/>
                </a:lnTo>
                <a:cubicBezTo>
                  <a:pt x="981402" y="126305"/>
                  <a:pt x="1013696" y="89924"/>
                  <a:pt x="1071324" y="89924"/>
                </a:cubicBezTo>
                <a:cubicBezTo>
                  <a:pt x="1128549" y="89924"/>
                  <a:pt x="1160843" y="126303"/>
                  <a:pt x="1160843" y="176987"/>
                </a:cubicBezTo>
                <a:lnTo>
                  <a:pt x="1160843" y="286122"/>
                </a:lnTo>
                <a:lnTo>
                  <a:pt x="1109342" y="286122"/>
                </a:lnTo>
                <a:lnTo>
                  <a:pt x="1109342" y="181073"/>
                </a:lnTo>
                <a:cubicBezTo>
                  <a:pt x="1109342" y="152873"/>
                  <a:pt x="1096666" y="135297"/>
                  <a:pt x="1071324" y="135297"/>
                </a:cubicBezTo>
                <a:cubicBezTo>
                  <a:pt x="1045982" y="135297"/>
                  <a:pt x="1033312" y="152873"/>
                  <a:pt x="1033312" y="181073"/>
                </a:cubicBezTo>
                <a:lnTo>
                  <a:pt x="1033312" y="286122"/>
                </a:lnTo>
                <a:lnTo>
                  <a:pt x="981402" y="286122"/>
                </a:lnTo>
                <a:close/>
                <a:moveTo>
                  <a:pt x="278209" y="7357"/>
                </a:moveTo>
                <a:lnTo>
                  <a:pt x="198274" y="286122"/>
                </a:lnTo>
                <a:lnTo>
                  <a:pt x="139826" y="286122"/>
                </a:lnTo>
                <a:lnTo>
                  <a:pt x="219761" y="7357"/>
                </a:lnTo>
                <a:lnTo>
                  <a:pt x="278209" y="7357"/>
                </a:lnTo>
                <a:close/>
                <a:moveTo>
                  <a:pt x="138384" y="286122"/>
                </a:moveTo>
                <a:lnTo>
                  <a:pt x="58448" y="7357"/>
                </a:lnTo>
                <a:lnTo>
                  <a:pt x="0" y="7357"/>
                </a:lnTo>
                <a:cubicBezTo>
                  <a:pt x="0" y="7357"/>
                  <a:pt x="79935" y="286122"/>
                  <a:pt x="79935" y="286122"/>
                </a:cubicBezTo>
                <a:lnTo>
                  <a:pt x="138384" y="286122"/>
                </a:lnTo>
                <a:close/>
              </a:path>
            </a:pathLst>
          </a:custGeom>
          <a:solidFill>
            <a:schemeClr val="tx1"/>
          </a:solidFill>
          <a:ln w="134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CC5AB95F-646C-1207-B7B2-AE30D680D1A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3929" y="383487"/>
            <a:ext cx="4279763" cy="6474513"/>
          </a:xfrm>
          <a:prstGeom prst="rect">
            <a:avLst/>
          </a:prstGeom>
        </p:spPr>
      </p:pic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70CE6C77-5CA1-2D95-AA0B-DD5A7DC3A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8331996" y="2265991"/>
            <a:ext cx="2331586" cy="2336253"/>
          </a:xfrm>
          <a:custGeom>
            <a:avLst/>
            <a:gdLst>
              <a:gd name="connsiteX0" fmla="*/ 2168002 w 2744608"/>
              <a:gd name="connsiteY0" fmla="*/ 0 h 2750102"/>
              <a:gd name="connsiteX1" fmla="*/ 2744608 w 2744608"/>
              <a:gd name="connsiteY1" fmla="*/ 0 h 2750102"/>
              <a:gd name="connsiteX2" fmla="*/ 1956067 w 2744608"/>
              <a:gd name="connsiteY2" fmla="*/ 2750102 h 2750102"/>
              <a:gd name="connsiteX3" fmla="*/ 1379460 w 2744608"/>
              <a:gd name="connsiteY3" fmla="*/ 2750102 h 2750102"/>
              <a:gd name="connsiteX4" fmla="*/ 0 w 2744608"/>
              <a:gd name="connsiteY4" fmla="*/ 0 h 2750102"/>
              <a:gd name="connsiteX5" fmla="*/ 576606 w 2744608"/>
              <a:gd name="connsiteY5" fmla="*/ 0 h 2750102"/>
              <a:gd name="connsiteX6" fmla="*/ 1365221 w 2744608"/>
              <a:gd name="connsiteY6" fmla="*/ 2750102 h 2750102"/>
              <a:gd name="connsiteX7" fmla="*/ 788614 w 2744608"/>
              <a:gd name="connsiteY7" fmla="*/ 2750102 h 2750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44608" h="2750102">
                <a:moveTo>
                  <a:pt x="2168002" y="0"/>
                </a:moveTo>
                <a:lnTo>
                  <a:pt x="2744608" y="0"/>
                </a:lnTo>
                <a:lnTo>
                  <a:pt x="1956067" y="2750102"/>
                </a:lnTo>
                <a:lnTo>
                  <a:pt x="1379460" y="2750102"/>
                </a:lnTo>
                <a:close/>
                <a:moveTo>
                  <a:pt x="0" y="0"/>
                </a:moveTo>
                <a:lnTo>
                  <a:pt x="576606" y="0"/>
                </a:lnTo>
                <a:lnTo>
                  <a:pt x="1365221" y="2750102"/>
                </a:lnTo>
                <a:lnTo>
                  <a:pt x="788614" y="2750102"/>
                </a:lnTo>
                <a:close/>
              </a:path>
            </a:pathLst>
          </a:custGeom>
          <a:solidFill>
            <a:srgbClr val="FDCD38"/>
          </a:solidFill>
          <a:ln w="72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62305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Photo Light 03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2213C4E-E52C-5307-0847-3565D3A196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815" r="5896"/>
          <a:stretch>
            <a:fillRect/>
          </a:stretch>
        </p:blipFill>
        <p:spPr>
          <a:xfrm>
            <a:off x="4149075" y="0"/>
            <a:ext cx="8042924" cy="6858000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4EABD7B1-6EA7-1284-0B87-B36EE08CE477}"/>
              </a:ext>
            </a:extLst>
          </p:cNvPr>
          <p:cNvSpPr/>
          <p:nvPr userDrawn="1"/>
        </p:nvSpPr>
        <p:spPr bwMode="gray">
          <a:xfrm>
            <a:off x="1" y="0"/>
            <a:ext cx="12191999" cy="6860929"/>
          </a:xfrm>
          <a:prstGeom prst="rect">
            <a:avLst/>
          </a:prstGeom>
          <a:gradFill>
            <a:gsLst>
              <a:gs pos="37000">
                <a:srgbClr val="FDF6E3"/>
              </a:gs>
              <a:gs pos="83000">
                <a:srgbClr val="FDF6E3">
                  <a:alpha val="29000"/>
                </a:srgbClr>
              </a:gs>
              <a:gs pos="65000">
                <a:srgbClr val="FDF6E3">
                  <a:alpha val="70000"/>
                </a:srgbClr>
              </a:gs>
            </a:gsLst>
            <a:lin ang="21000000" scaled="0"/>
          </a:gra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de-DE" sz="1400"/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4AA93B9A-5893-0B50-BF41-0D61F324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7349366" y="1285694"/>
            <a:ext cx="4296847" cy="4296847"/>
          </a:xfrm>
          <a:custGeom>
            <a:avLst/>
            <a:gdLst>
              <a:gd name="connsiteX0" fmla="*/ 303556 w 3992230"/>
              <a:gd name="connsiteY0" fmla="*/ 303556 h 3992230"/>
              <a:gd name="connsiteX1" fmla="*/ 303556 w 3992230"/>
              <a:gd name="connsiteY1" fmla="*/ 3688674 h 3992230"/>
              <a:gd name="connsiteX2" fmla="*/ 3688674 w 3992230"/>
              <a:gd name="connsiteY2" fmla="*/ 3688674 h 3992230"/>
              <a:gd name="connsiteX3" fmla="*/ 3688617 w 3992230"/>
              <a:gd name="connsiteY3" fmla="*/ 3688617 h 3992230"/>
              <a:gd name="connsiteX4" fmla="*/ 3688617 w 3992230"/>
              <a:gd name="connsiteY4" fmla="*/ 303556 h 3992230"/>
              <a:gd name="connsiteX5" fmla="*/ 637645 w 3992230"/>
              <a:gd name="connsiteY5" fmla="*/ 0 h 3992230"/>
              <a:gd name="connsiteX6" fmla="*/ 3354585 w 3992230"/>
              <a:gd name="connsiteY6" fmla="*/ 0 h 3992230"/>
              <a:gd name="connsiteX7" fmla="*/ 3992230 w 3992230"/>
              <a:gd name="connsiteY7" fmla="*/ 637645 h 3992230"/>
              <a:gd name="connsiteX8" fmla="*/ 3992230 w 3992230"/>
              <a:gd name="connsiteY8" fmla="*/ 3354585 h 3992230"/>
              <a:gd name="connsiteX9" fmla="*/ 3354585 w 3992230"/>
              <a:gd name="connsiteY9" fmla="*/ 3992230 h 3992230"/>
              <a:gd name="connsiteX10" fmla="*/ 637645 w 3992230"/>
              <a:gd name="connsiteY10" fmla="*/ 3992230 h 3992230"/>
              <a:gd name="connsiteX11" fmla="*/ 0 w 3992230"/>
              <a:gd name="connsiteY11" fmla="*/ 3354585 h 3992230"/>
              <a:gd name="connsiteX12" fmla="*/ 0 w 3992230"/>
              <a:gd name="connsiteY12" fmla="*/ 637645 h 3992230"/>
              <a:gd name="connsiteX13" fmla="*/ 637645 w 3992230"/>
              <a:gd name="connsiteY13" fmla="*/ 0 h 399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92230" h="3992230">
                <a:moveTo>
                  <a:pt x="303556" y="303556"/>
                </a:moveTo>
                <a:lnTo>
                  <a:pt x="303556" y="3688674"/>
                </a:lnTo>
                <a:lnTo>
                  <a:pt x="3688674" y="3688674"/>
                </a:lnTo>
                <a:lnTo>
                  <a:pt x="3688617" y="3688617"/>
                </a:lnTo>
                <a:lnTo>
                  <a:pt x="3688617" y="303556"/>
                </a:lnTo>
                <a:close/>
                <a:moveTo>
                  <a:pt x="637645" y="0"/>
                </a:moveTo>
                <a:lnTo>
                  <a:pt x="3354585" y="0"/>
                </a:lnTo>
                <a:cubicBezTo>
                  <a:pt x="3706765" y="0"/>
                  <a:pt x="3992230" y="285465"/>
                  <a:pt x="3992230" y="637645"/>
                </a:cubicBezTo>
                <a:lnTo>
                  <a:pt x="3992230" y="3354585"/>
                </a:lnTo>
                <a:cubicBezTo>
                  <a:pt x="3992230" y="3706765"/>
                  <a:pt x="3706765" y="3992230"/>
                  <a:pt x="3354585" y="3992230"/>
                </a:cubicBezTo>
                <a:lnTo>
                  <a:pt x="637645" y="3992230"/>
                </a:lnTo>
                <a:cubicBezTo>
                  <a:pt x="285465" y="3992230"/>
                  <a:pt x="0" y="3706765"/>
                  <a:pt x="0" y="3354585"/>
                </a:cubicBezTo>
                <a:lnTo>
                  <a:pt x="0" y="637645"/>
                </a:lnTo>
                <a:cubicBezTo>
                  <a:pt x="0" y="285465"/>
                  <a:pt x="285465" y="0"/>
                  <a:pt x="637645" y="0"/>
                </a:cubicBezTo>
                <a:close/>
              </a:path>
            </a:pathLst>
          </a:custGeom>
          <a:solidFill>
            <a:srgbClr val="FDCD38"/>
          </a:solidFill>
          <a:ln w="5701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DB145-611B-E784-E402-0C9DC60FC7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0" y="2096237"/>
            <a:ext cx="6229350" cy="2257425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66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CF013-5ACD-8BF9-86CF-366DFC41A9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57200" y="4761763"/>
            <a:ext cx="2502670" cy="36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rIns="180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US"/>
              <a:t>[Presentation Subtitle]</a:t>
            </a:r>
          </a:p>
        </p:txBody>
      </p:sp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631B75B7-E4A9-E6DC-9E41-DE4C04F1E947}"/>
              </a:ext>
            </a:extLst>
          </p:cNvPr>
          <p:cNvSpPr>
            <a:spLocks noChangeAspect="1"/>
          </p:cNvSpPr>
          <p:nvPr/>
        </p:nvSpPr>
        <p:spPr bwMode="gray">
          <a:xfrm>
            <a:off x="454340" y="544847"/>
            <a:ext cx="1160842" cy="290622"/>
          </a:xfrm>
          <a:custGeom>
            <a:avLst/>
            <a:gdLst>
              <a:gd name="csX0" fmla="*/ 278657 w 1160842"/>
              <a:gd name="csY0" fmla="*/ 203146 h 290622"/>
              <a:gd name="csX1" fmla="*/ 278657 w 1160842"/>
              <a:gd name="csY1" fmla="*/ 94011 h 290622"/>
              <a:gd name="csX2" fmla="*/ 330567 w 1160842"/>
              <a:gd name="csY2" fmla="*/ 94011 h 290622"/>
              <a:gd name="csX3" fmla="*/ 330567 w 1160842"/>
              <a:gd name="csY3" fmla="*/ 199469 h 290622"/>
              <a:gd name="csX4" fmla="*/ 367356 w 1160842"/>
              <a:gd name="csY4" fmla="*/ 244837 h 290622"/>
              <a:gd name="csX5" fmla="*/ 404959 w 1160842"/>
              <a:gd name="csY5" fmla="*/ 199469 h 290622"/>
              <a:gd name="csX6" fmla="*/ 404959 w 1160842"/>
              <a:gd name="csY6" fmla="*/ 94011 h 290622"/>
              <a:gd name="csX7" fmla="*/ 456869 w 1160842"/>
              <a:gd name="csY7" fmla="*/ 94011 h 290622"/>
              <a:gd name="csX8" fmla="*/ 456869 w 1160842"/>
              <a:gd name="csY8" fmla="*/ 203555 h 290622"/>
              <a:gd name="csX9" fmla="*/ 367356 w 1160842"/>
              <a:gd name="csY9" fmla="*/ 290619 h 290622"/>
              <a:gd name="csX10" fmla="*/ 278656 w 1160842"/>
              <a:gd name="csY10" fmla="*/ 203146 h 290622"/>
              <a:gd name="csX11" fmla="*/ 483886 w 1160842"/>
              <a:gd name="csY11" fmla="*/ 228487 h 290622"/>
              <a:gd name="csX12" fmla="*/ 529668 w 1160842"/>
              <a:gd name="csY12" fmla="*/ 228487 h 290622"/>
              <a:gd name="csX13" fmla="*/ 561753 w 1160842"/>
              <a:gd name="csY13" fmla="*/ 250150 h 290622"/>
              <a:gd name="csX14" fmla="*/ 586888 w 1160842"/>
              <a:gd name="csY14" fmla="*/ 233802 h 290622"/>
              <a:gd name="csX15" fmla="*/ 488786 w 1160842"/>
              <a:gd name="csY15" fmla="*/ 147558 h 290622"/>
              <a:gd name="csX16" fmla="*/ 558681 w 1160842"/>
              <a:gd name="csY16" fmla="*/ 89924 h 290622"/>
              <a:gd name="csX17" fmla="*/ 632255 w 1160842"/>
              <a:gd name="csY17" fmla="*/ 149600 h 290622"/>
              <a:gd name="csX18" fmla="*/ 586468 w 1160842"/>
              <a:gd name="csY18" fmla="*/ 149600 h 290622"/>
              <a:gd name="csX19" fmla="*/ 560105 w 1160842"/>
              <a:gd name="csY19" fmla="*/ 130391 h 290622"/>
              <a:gd name="csX20" fmla="*/ 536607 w 1160842"/>
              <a:gd name="csY20" fmla="*/ 147558 h 290622"/>
              <a:gd name="csX21" fmla="*/ 635936 w 1160842"/>
              <a:gd name="csY21" fmla="*/ 233802 h 290622"/>
              <a:gd name="csX22" fmla="*/ 563175 w 1160842"/>
              <a:gd name="csY22" fmla="*/ 290618 h 290622"/>
              <a:gd name="csX23" fmla="*/ 483883 w 1160842"/>
              <a:gd name="csY23" fmla="*/ 228487 h 290622"/>
              <a:gd name="csX24" fmla="*/ 661713 w 1160842"/>
              <a:gd name="csY24" fmla="*/ 31879 h 290622"/>
              <a:gd name="csX25" fmla="*/ 694410 w 1160842"/>
              <a:gd name="csY25" fmla="*/ 0 h 290622"/>
              <a:gd name="csX26" fmla="*/ 726704 w 1160842"/>
              <a:gd name="csY26" fmla="*/ 31879 h 290622"/>
              <a:gd name="csX27" fmla="*/ 694410 w 1160842"/>
              <a:gd name="csY27" fmla="*/ 63354 h 290622"/>
              <a:gd name="csX28" fmla="*/ 661713 w 1160842"/>
              <a:gd name="csY28" fmla="*/ 31879 h 290622"/>
              <a:gd name="csX29" fmla="*/ 668660 w 1160842"/>
              <a:gd name="csY29" fmla="*/ 286122 h 290622"/>
              <a:gd name="csX30" fmla="*/ 668660 w 1160842"/>
              <a:gd name="csY30" fmla="*/ 94011 h 290622"/>
              <a:gd name="csX31" fmla="*/ 720161 w 1160842"/>
              <a:gd name="csY31" fmla="*/ 94011 h 290622"/>
              <a:gd name="csX32" fmla="*/ 720161 w 1160842"/>
              <a:gd name="csY32" fmla="*/ 286122 h 290622"/>
              <a:gd name="csX33" fmla="*/ 668660 w 1160842"/>
              <a:gd name="csY33" fmla="*/ 286122 h 290622"/>
              <a:gd name="csX34" fmla="*/ 750435 w 1160842"/>
              <a:gd name="csY34" fmla="*/ 190065 h 290622"/>
              <a:gd name="csX35" fmla="*/ 853033 w 1160842"/>
              <a:gd name="csY35" fmla="*/ 89922 h 290622"/>
              <a:gd name="csX36" fmla="*/ 955625 w 1160842"/>
              <a:gd name="csY36" fmla="*/ 190065 h 290622"/>
              <a:gd name="csX37" fmla="*/ 853033 w 1160842"/>
              <a:gd name="csY37" fmla="*/ 290618 h 290622"/>
              <a:gd name="csX38" fmla="*/ 750435 w 1160842"/>
              <a:gd name="csY38" fmla="*/ 190065 h 290622"/>
              <a:gd name="csX39" fmla="*/ 904535 w 1160842"/>
              <a:gd name="csY39" fmla="*/ 190065 h 290622"/>
              <a:gd name="csX40" fmla="*/ 853034 w 1160842"/>
              <a:gd name="csY40" fmla="*/ 134886 h 290622"/>
              <a:gd name="csX41" fmla="*/ 801533 w 1160842"/>
              <a:gd name="csY41" fmla="*/ 190065 h 290622"/>
              <a:gd name="csX42" fmla="*/ 853034 w 1160842"/>
              <a:gd name="csY42" fmla="*/ 245245 h 290622"/>
              <a:gd name="csX43" fmla="*/ 904535 w 1160842"/>
              <a:gd name="csY43" fmla="*/ 190065 h 290622"/>
              <a:gd name="csX44" fmla="*/ 981402 w 1160842"/>
              <a:gd name="csY44" fmla="*/ 286122 h 290622"/>
              <a:gd name="csX45" fmla="*/ 981402 w 1160842"/>
              <a:gd name="csY45" fmla="*/ 176987 h 290622"/>
              <a:gd name="csX46" fmla="*/ 1071324 w 1160842"/>
              <a:gd name="csY46" fmla="*/ 89924 h 290622"/>
              <a:gd name="csX47" fmla="*/ 1160843 w 1160842"/>
              <a:gd name="csY47" fmla="*/ 176987 h 290622"/>
              <a:gd name="csX48" fmla="*/ 1160843 w 1160842"/>
              <a:gd name="csY48" fmla="*/ 286122 h 290622"/>
              <a:gd name="csX49" fmla="*/ 1109342 w 1160842"/>
              <a:gd name="csY49" fmla="*/ 286122 h 290622"/>
              <a:gd name="csX50" fmla="*/ 1109342 w 1160842"/>
              <a:gd name="csY50" fmla="*/ 181073 h 290622"/>
              <a:gd name="csX51" fmla="*/ 1071324 w 1160842"/>
              <a:gd name="csY51" fmla="*/ 135297 h 290622"/>
              <a:gd name="csX52" fmla="*/ 1033312 w 1160842"/>
              <a:gd name="csY52" fmla="*/ 181073 h 290622"/>
              <a:gd name="csX53" fmla="*/ 1033312 w 1160842"/>
              <a:gd name="csY53" fmla="*/ 286122 h 290622"/>
              <a:gd name="csX54" fmla="*/ 981402 w 1160842"/>
              <a:gd name="csY54" fmla="*/ 286122 h 290622"/>
              <a:gd name="csX55" fmla="*/ 278209 w 1160842"/>
              <a:gd name="csY55" fmla="*/ 7357 h 290622"/>
              <a:gd name="csX56" fmla="*/ 198274 w 1160842"/>
              <a:gd name="csY56" fmla="*/ 286122 h 290622"/>
              <a:gd name="csX57" fmla="*/ 139826 w 1160842"/>
              <a:gd name="csY57" fmla="*/ 286122 h 290622"/>
              <a:gd name="csX58" fmla="*/ 219761 w 1160842"/>
              <a:gd name="csY58" fmla="*/ 7357 h 290622"/>
              <a:gd name="csX59" fmla="*/ 278209 w 1160842"/>
              <a:gd name="csY59" fmla="*/ 7357 h 290622"/>
              <a:gd name="csX60" fmla="*/ 138384 w 1160842"/>
              <a:gd name="csY60" fmla="*/ 286122 h 290622"/>
              <a:gd name="csX61" fmla="*/ 58448 w 1160842"/>
              <a:gd name="csY61" fmla="*/ 7357 h 290622"/>
              <a:gd name="csX62" fmla="*/ 0 w 1160842"/>
              <a:gd name="csY62" fmla="*/ 7357 h 290622"/>
              <a:gd name="csX63" fmla="*/ 79935 w 1160842"/>
              <a:gd name="csY63" fmla="*/ 286122 h 290622"/>
              <a:gd name="csX64" fmla="*/ 138384 w 1160842"/>
              <a:gd name="csY64" fmla="*/ 286122 h 2906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160842" h="290622">
                <a:moveTo>
                  <a:pt x="278657" y="203146"/>
                </a:moveTo>
                <a:lnTo>
                  <a:pt x="278657" y="94011"/>
                </a:lnTo>
                <a:lnTo>
                  <a:pt x="330567" y="94011"/>
                </a:lnTo>
                <a:lnTo>
                  <a:pt x="330567" y="199469"/>
                </a:lnTo>
                <a:cubicBezTo>
                  <a:pt x="330567" y="227261"/>
                  <a:pt x="342828" y="244433"/>
                  <a:pt x="367356" y="244837"/>
                </a:cubicBezTo>
                <a:cubicBezTo>
                  <a:pt x="393516" y="245246"/>
                  <a:pt x="404959" y="228079"/>
                  <a:pt x="404959" y="199469"/>
                </a:cubicBezTo>
                <a:lnTo>
                  <a:pt x="404959" y="94011"/>
                </a:lnTo>
                <a:lnTo>
                  <a:pt x="456869" y="94011"/>
                </a:lnTo>
                <a:lnTo>
                  <a:pt x="456869" y="203555"/>
                </a:lnTo>
                <a:cubicBezTo>
                  <a:pt x="456869" y="252607"/>
                  <a:pt x="420490" y="291028"/>
                  <a:pt x="367356" y="290619"/>
                </a:cubicBezTo>
                <a:cubicBezTo>
                  <a:pt x="310540" y="290210"/>
                  <a:pt x="278656" y="253830"/>
                  <a:pt x="278656" y="203146"/>
                </a:cubicBezTo>
                <a:close/>
                <a:moveTo>
                  <a:pt x="483886" y="228487"/>
                </a:moveTo>
                <a:lnTo>
                  <a:pt x="529668" y="228487"/>
                </a:lnTo>
                <a:cubicBezTo>
                  <a:pt x="532123" y="243204"/>
                  <a:pt x="547452" y="250150"/>
                  <a:pt x="561753" y="250150"/>
                </a:cubicBezTo>
                <a:cubicBezTo>
                  <a:pt x="576471" y="250150"/>
                  <a:pt x="586888" y="243204"/>
                  <a:pt x="586888" y="233802"/>
                </a:cubicBezTo>
                <a:cubicBezTo>
                  <a:pt x="586888" y="202736"/>
                  <a:pt x="488786" y="221950"/>
                  <a:pt x="488786" y="147558"/>
                </a:cubicBezTo>
                <a:cubicBezTo>
                  <a:pt x="488786" y="115673"/>
                  <a:pt x="515355" y="89924"/>
                  <a:pt x="558681" y="89924"/>
                </a:cubicBezTo>
                <a:cubicBezTo>
                  <a:pt x="600785" y="89514"/>
                  <a:pt x="629396" y="111996"/>
                  <a:pt x="632255" y="149600"/>
                </a:cubicBezTo>
                <a:lnTo>
                  <a:pt x="586468" y="149600"/>
                </a:lnTo>
                <a:cubicBezTo>
                  <a:pt x="584422" y="138157"/>
                  <a:pt x="574004" y="130391"/>
                  <a:pt x="560105" y="130391"/>
                </a:cubicBezTo>
                <a:cubicBezTo>
                  <a:pt x="546616" y="130391"/>
                  <a:pt x="536607" y="137746"/>
                  <a:pt x="536607" y="147558"/>
                </a:cubicBezTo>
                <a:cubicBezTo>
                  <a:pt x="536607" y="177395"/>
                  <a:pt x="635936" y="160228"/>
                  <a:pt x="635936" y="233802"/>
                </a:cubicBezTo>
                <a:cubicBezTo>
                  <a:pt x="635936" y="268136"/>
                  <a:pt x="602415" y="290618"/>
                  <a:pt x="563175" y="290618"/>
                </a:cubicBezTo>
                <a:cubicBezTo>
                  <a:pt x="518626" y="290618"/>
                  <a:pt x="486742" y="264866"/>
                  <a:pt x="483883" y="228487"/>
                </a:cubicBezTo>
                <a:close/>
                <a:moveTo>
                  <a:pt x="661713" y="31879"/>
                </a:moveTo>
                <a:cubicBezTo>
                  <a:pt x="661713" y="14303"/>
                  <a:pt x="676425" y="0"/>
                  <a:pt x="694410" y="0"/>
                </a:cubicBezTo>
                <a:cubicBezTo>
                  <a:pt x="711986" y="0"/>
                  <a:pt x="726704" y="14303"/>
                  <a:pt x="726704" y="31879"/>
                </a:cubicBezTo>
                <a:cubicBezTo>
                  <a:pt x="726704" y="49455"/>
                  <a:pt x="711986" y="63354"/>
                  <a:pt x="694410" y="63354"/>
                </a:cubicBezTo>
                <a:cubicBezTo>
                  <a:pt x="676425" y="63354"/>
                  <a:pt x="661713" y="49456"/>
                  <a:pt x="661713" y="31879"/>
                </a:cubicBezTo>
                <a:close/>
                <a:moveTo>
                  <a:pt x="668660" y="286122"/>
                </a:moveTo>
                <a:lnTo>
                  <a:pt x="668660" y="94011"/>
                </a:lnTo>
                <a:lnTo>
                  <a:pt x="720161" y="94011"/>
                </a:lnTo>
                <a:lnTo>
                  <a:pt x="720161" y="286122"/>
                </a:lnTo>
                <a:lnTo>
                  <a:pt x="668660" y="286122"/>
                </a:lnTo>
                <a:close/>
                <a:moveTo>
                  <a:pt x="750435" y="190065"/>
                </a:moveTo>
                <a:cubicBezTo>
                  <a:pt x="750435" y="133250"/>
                  <a:pt x="793357" y="89922"/>
                  <a:pt x="853033" y="89922"/>
                </a:cubicBezTo>
                <a:cubicBezTo>
                  <a:pt x="912709" y="89922"/>
                  <a:pt x="955625" y="133250"/>
                  <a:pt x="955625" y="190065"/>
                </a:cubicBezTo>
                <a:cubicBezTo>
                  <a:pt x="955625" y="246881"/>
                  <a:pt x="912707" y="290618"/>
                  <a:pt x="853033" y="290618"/>
                </a:cubicBezTo>
                <a:cubicBezTo>
                  <a:pt x="793358" y="290618"/>
                  <a:pt x="750435" y="246881"/>
                  <a:pt x="750435" y="190065"/>
                </a:cubicBezTo>
                <a:close/>
                <a:moveTo>
                  <a:pt x="904535" y="190065"/>
                </a:moveTo>
                <a:cubicBezTo>
                  <a:pt x="904535" y="157772"/>
                  <a:pt x="882871" y="134886"/>
                  <a:pt x="853034" y="134886"/>
                </a:cubicBezTo>
                <a:cubicBezTo>
                  <a:pt x="823197" y="134886"/>
                  <a:pt x="801533" y="157772"/>
                  <a:pt x="801533" y="190065"/>
                </a:cubicBezTo>
                <a:cubicBezTo>
                  <a:pt x="801533" y="222768"/>
                  <a:pt x="823197" y="245245"/>
                  <a:pt x="853034" y="245245"/>
                </a:cubicBezTo>
                <a:cubicBezTo>
                  <a:pt x="882871" y="245245"/>
                  <a:pt x="904535" y="222768"/>
                  <a:pt x="904535" y="190065"/>
                </a:cubicBezTo>
                <a:close/>
                <a:moveTo>
                  <a:pt x="981402" y="286122"/>
                </a:moveTo>
                <a:lnTo>
                  <a:pt x="981402" y="176987"/>
                </a:lnTo>
                <a:cubicBezTo>
                  <a:pt x="981402" y="126305"/>
                  <a:pt x="1013696" y="89924"/>
                  <a:pt x="1071324" y="89924"/>
                </a:cubicBezTo>
                <a:cubicBezTo>
                  <a:pt x="1128549" y="89924"/>
                  <a:pt x="1160843" y="126303"/>
                  <a:pt x="1160843" y="176987"/>
                </a:cubicBezTo>
                <a:lnTo>
                  <a:pt x="1160843" y="286122"/>
                </a:lnTo>
                <a:lnTo>
                  <a:pt x="1109342" y="286122"/>
                </a:lnTo>
                <a:lnTo>
                  <a:pt x="1109342" y="181073"/>
                </a:lnTo>
                <a:cubicBezTo>
                  <a:pt x="1109342" y="152873"/>
                  <a:pt x="1096666" y="135297"/>
                  <a:pt x="1071324" y="135297"/>
                </a:cubicBezTo>
                <a:cubicBezTo>
                  <a:pt x="1045982" y="135297"/>
                  <a:pt x="1033312" y="152873"/>
                  <a:pt x="1033312" y="181073"/>
                </a:cubicBezTo>
                <a:lnTo>
                  <a:pt x="1033312" y="286122"/>
                </a:lnTo>
                <a:lnTo>
                  <a:pt x="981402" y="286122"/>
                </a:lnTo>
                <a:close/>
                <a:moveTo>
                  <a:pt x="278209" y="7357"/>
                </a:moveTo>
                <a:lnTo>
                  <a:pt x="198274" y="286122"/>
                </a:lnTo>
                <a:lnTo>
                  <a:pt x="139826" y="286122"/>
                </a:lnTo>
                <a:lnTo>
                  <a:pt x="219761" y="7357"/>
                </a:lnTo>
                <a:lnTo>
                  <a:pt x="278209" y="7357"/>
                </a:lnTo>
                <a:close/>
                <a:moveTo>
                  <a:pt x="138384" y="286122"/>
                </a:moveTo>
                <a:lnTo>
                  <a:pt x="58448" y="7357"/>
                </a:lnTo>
                <a:lnTo>
                  <a:pt x="0" y="7357"/>
                </a:lnTo>
                <a:cubicBezTo>
                  <a:pt x="0" y="7357"/>
                  <a:pt x="79935" y="286122"/>
                  <a:pt x="79935" y="286122"/>
                </a:cubicBezTo>
                <a:lnTo>
                  <a:pt x="138384" y="286122"/>
                </a:lnTo>
                <a:close/>
              </a:path>
            </a:pathLst>
          </a:custGeom>
          <a:solidFill>
            <a:schemeClr val="tx1"/>
          </a:solidFill>
          <a:ln w="134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403992B-9184-7436-61B1-F616620BDC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4" r="14"/>
          <a:stretch/>
        </p:blipFill>
        <p:spPr>
          <a:xfrm>
            <a:off x="7674863" y="0"/>
            <a:ext cx="4515868" cy="6858000"/>
          </a:xfrm>
          <a:prstGeom prst="rect">
            <a:avLst/>
          </a:prstGeom>
        </p:spPr>
      </p:pic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70CE6C77-5CA1-2D95-AA0B-DD5A7DC3A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8331996" y="2265991"/>
            <a:ext cx="2331586" cy="2336253"/>
          </a:xfrm>
          <a:custGeom>
            <a:avLst/>
            <a:gdLst>
              <a:gd name="connsiteX0" fmla="*/ 2168002 w 2744608"/>
              <a:gd name="connsiteY0" fmla="*/ 0 h 2750102"/>
              <a:gd name="connsiteX1" fmla="*/ 2744608 w 2744608"/>
              <a:gd name="connsiteY1" fmla="*/ 0 h 2750102"/>
              <a:gd name="connsiteX2" fmla="*/ 1956067 w 2744608"/>
              <a:gd name="connsiteY2" fmla="*/ 2750102 h 2750102"/>
              <a:gd name="connsiteX3" fmla="*/ 1379460 w 2744608"/>
              <a:gd name="connsiteY3" fmla="*/ 2750102 h 2750102"/>
              <a:gd name="connsiteX4" fmla="*/ 0 w 2744608"/>
              <a:gd name="connsiteY4" fmla="*/ 0 h 2750102"/>
              <a:gd name="connsiteX5" fmla="*/ 576606 w 2744608"/>
              <a:gd name="connsiteY5" fmla="*/ 0 h 2750102"/>
              <a:gd name="connsiteX6" fmla="*/ 1365221 w 2744608"/>
              <a:gd name="connsiteY6" fmla="*/ 2750102 h 2750102"/>
              <a:gd name="connsiteX7" fmla="*/ 788614 w 2744608"/>
              <a:gd name="connsiteY7" fmla="*/ 2750102 h 2750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44608" h="2750102">
                <a:moveTo>
                  <a:pt x="2168002" y="0"/>
                </a:moveTo>
                <a:lnTo>
                  <a:pt x="2744608" y="0"/>
                </a:lnTo>
                <a:lnTo>
                  <a:pt x="1956067" y="2750102"/>
                </a:lnTo>
                <a:lnTo>
                  <a:pt x="1379460" y="2750102"/>
                </a:lnTo>
                <a:close/>
                <a:moveTo>
                  <a:pt x="0" y="0"/>
                </a:moveTo>
                <a:lnTo>
                  <a:pt x="576606" y="0"/>
                </a:lnTo>
                <a:lnTo>
                  <a:pt x="1365221" y="2750102"/>
                </a:lnTo>
                <a:lnTo>
                  <a:pt x="788614" y="2750102"/>
                </a:lnTo>
                <a:close/>
              </a:path>
            </a:pathLst>
          </a:custGeom>
          <a:solidFill>
            <a:srgbClr val="FDCD38"/>
          </a:solidFill>
          <a:ln w="72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577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Photo Color 03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4839DE5A-078D-9106-992E-163BBDDC4C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815" r="5896"/>
          <a:stretch>
            <a:fillRect/>
          </a:stretch>
        </p:blipFill>
        <p:spPr>
          <a:xfrm>
            <a:off x="4149075" y="0"/>
            <a:ext cx="8042924" cy="6858000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077D82F9-F0DE-09A3-4082-79DACB8798A9}"/>
              </a:ext>
            </a:extLst>
          </p:cNvPr>
          <p:cNvSpPr/>
          <p:nvPr/>
        </p:nvSpPr>
        <p:spPr bwMode="gray">
          <a:xfrm>
            <a:off x="0" y="0"/>
            <a:ext cx="11734800" cy="6860929"/>
          </a:xfrm>
          <a:prstGeom prst="rect">
            <a:avLst/>
          </a:prstGeom>
          <a:gradFill>
            <a:gsLst>
              <a:gs pos="42000">
                <a:schemeClr val="accent1"/>
              </a:gs>
              <a:gs pos="80000">
                <a:schemeClr val="accent1">
                  <a:alpha val="0"/>
                </a:schemeClr>
              </a:gs>
              <a:gs pos="63000">
                <a:schemeClr val="accent1">
                  <a:alpha val="60000"/>
                </a:schemeClr>
              </a:gs>
            </a:gsLst>
            <a:lin ang="21000000" scaled="0"/>
          </a:gra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de-DE" sz="1400"/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4AA93B9A-5893-0B50-BF41-0D61F324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>
            <a:off x="7349366" y="1285694"/>
            <a:ext cx="4296847" cy="4296847"/>
          </a:xfrm>
          <a:custGeom>
            <a:avLst/>
            <a:gdLst>
              <a:gd name="connsiteX0" fmla="*/ 303556 w 3992230"/>
              <a:gd name="connsiteY0" fmla="*/ 303556 h 3992230"/>
              <a:gd name="connsiteX1" fmla="*/ 303556 w 3992230"/>
              <a:gd name="connsiteY1" fmla="*/ 3688674 h 3992230"/>
              <a:gd name="connsiteX2" fmla="*/ 3688674 w 3992230"/>
              <a:gd name="connsiteY2" fmla="*/ 3688674 h 3992230"/>
              <a:gd name="connsiteX3" fmla="*/ 3688617 w 3992230"/>
              <a:gd name="connsiteY3" fmla="*/ 3688617 h 3992230"/>
              <a:gd name="connsiteX4" fmla="*/ 3688617 w 3992230"/>
              <a:gd name="connsiteY4" fmla="*/ 303556 h 3992230"/>
              <a:gd name="connsiteX5" fmla="*/ 637645 w 3992230"/>
              <a:gd name="connsiteY5" fmla="*/ 0 h 3992230"/>
              <a:gd name="connsiteX6" fmla="*/ 3354585 w 3992230"/>
              <a:gd name="connsiteY6" fmla="*/ 0 h 3992230"/>
              <a:gd name="connsiteX7" fmla="*/ 3992230 w 3992230"/>
              <a:gd name="connsiteY7" fmla="*/ 637645 h 3992230"/>
              <a:gd name="connsiteX8" fmla="*/ 3992230 w 3992230"/>
              <a:gd name="connsiteY8" fmla="*/ 3354585 h 3992230"/>
              <a:gd name="connsiteX9" fmla="*/ 3354585 w 3992230"/>
              <a:gd name="connsiteY9" fmla="*/ 3992230 h 3992230"/>
              <a:gd name="connsiteX10" fmla="*/ 637645 w 3992230"/>
              <a:gd name="connsiteY10" fmla="*/ 3992230 h 3992230"/>
              <a:gd name="connsiteX11" fmla="*/ 0 w 3992230"/>
              <a:gd name="connsiteY11" fmla="*/ 3354585 h 3992230"/>
              <a:gd name="connsiteX12" fmla="*/ 0 w 3992230"/>
              <a:gd name="connsiteY12" fmla="*/ 637645 h 3992230"/>
              <a:gd name="connsiteX13" fmla="*/ 637645 w 3992230"/>
              <a:gd name="connsiteY13" fmla="*/ 0 h 399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92230" h="3992230">
                <a:moveTo>
                  <a:pt x="303556" y="303556"/>
                </a:moveTo>
                <a:lnTo>
                  <a:pt x="303556" y="3688674"/>
                </a:lnTo>
                <a:lnTo>
                  <a:pt x="3688674" y="3688674"/>
                </a:lnTo>
                <a:lnTo>
                  <a:pt x="3688617" y="3688617"/>
                </a:lnTo>
                <a:lnTo>
                  <a:pt x="3688617" y="303556"/>
                </a:lnTo>
                <a:close/>
                <a:moveTo>
                  <a:pt x="637645" y="0"/>
                </a:moveTo>
                <a:lnTo>
                  <a:pt x="3354585" y="0"/>
                </a:lnTo>
                <a:cubicBezTo>
                  <a:pt x="3706765" y="0"/>
                  <a:pt x="3992230" y="285465"/>
                  <a:pt x="3992230" y="637645"/>
                </a:cubicBezTo>
                <a:lnTo>
                  <a:pt x="3992230" y="3354585"/>
                </a:lnTo>
                <a:cubicBezTo>
                  <a:pt x="3992230" y="3706765"/>
                  <a:pt x="3706765" y="3992230"/>
                  <a:pt x="3354585" y="3992230"/>
                </a:cubicBezTo>
                <a:lnTo>
                  <a:pt x="637645" y="3992230"/>
                </a:lnTo>
                <a:cubicBezTo>
                  <a:pt x="285465" y="3992230"/>
                  <a:pt x="0" y="3706765"/>
                  <a:pt x="0" y="3354585"/>
                </a:cubicBezTo>
                <a:lnTo>
                  <a:pt x="0" y="637645"/>
                </a:lnTo>
                <a:cubicBezTo>
                  <a:pt x="0" y="285465"/>
                  <a:pt x="285465" y="0"/>
                  <a:pt x="637645" y="0"/>
                </a:cubicBezTo>
                <a:close/>
              </a:path>
            </a:pathLst>
          </a:custGeom>
          <a:solidFill>
            <a:srgbClr val="FDCD38"/>
          </a:solidFill>
          <a:ln w="5701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DB145-611B-E784-E402-0C9DC60FC7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0" y="2096237"/>
            <a:ext cx="6229350" cy="2257425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66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CF013-5ACD-8BF9-86CF-366DFC41A9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57200" y="4761763"/>
            <a:ext cx="2502670" cy="360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 wrap="none" lIns="180000" rIns="180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US"/>
              <a:t>[Presentation Subtitle]</a:t>
            </a:r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381D2007-8B33-5E76-0275-7BC4AB9C1368}"/>
              </a:ext>
            </a:extLst>
          </p:cNvPr>
          <p:cNvSpPr>
            <a:spLocks noChangeAspect="1"/>
          </p:cNvSpPr>
          <p:nvPr/>
        </p:nvSpPr>
        <p:spPr bwMode="gray">
          <a:xfrm>
            <a:off x="454340" y="544847"/>
            <a:ext cx="1160842" cy="290622"/>
          </a:xfrm>
          <a:custGeom>
            <a:avLst/>
            <a:gdLst>
              <a:gd name="csX0" fmla="*/ 278657 w 1160842"/>
              <a:gd name="csY0" fmla="*/ 203146 h 290622"/>
              <a:gd name="csX1" fmla="*/ 278657 w 1160842"/>
              <a:gd name="csY1" fmla="*/ 94011 h 290622"/>
              <a:gd name="csX2" fmla="*/ 330567 w 1160842"/>
              <a:gd name="csY2" fmla="*/ 94011 h 290622"/>
              <a:gd name="csX3" fmla="*/ 330567 w 1160842"/>
              <a:gd name="csY3" fmla="*/ 199469 h 290622"/>
              <a:gd name="csX4" fmla="*/ 367356 w 1160842"/>
              <a:gd name="csY4" fmla="*/ 244837 h 290622"/>
              <a:gd name="csX5" fmla="*/ 404959 w 1160842"/>
              <a:gd name="csY5" fmla="*/ 199469 h 290622"/>
              <a:gd name="csX6" fmla="*/ 404959 w 1160842"/>
              <a:gd name="csY6" fmla="*/ 94011 h 290622"/>
              <a:gd name="csX7" fmla="*/ 456869 w 1160842"/>
              <a:gd name="csY7" fmla="*/ 94011 h 290622"/>
              <a:gd name="csX8" fmla="*/ 456869 w 1160842"/>
              <a:gd name="csY8" fmla="*/ 203555 h 290622"/>
              <a:gd name="csX9" fmla="*/ 367356 w 1160842"/>
              <a:gd name="csY9" fmla="*/ 290619 h 290622"/>
              <a:gd name="csX10" fmla="*/ 278656 w 1160842"/>
              <a:gd name="csY10" fmla="*/ 203146 h 290622"/>
              <a:gd name="csX11" fmla="*/ 483886 w 1160842"/>
              <a:gd name="csY11" fmla="*/ 228487 h 290622"/>
              <a:gd name="csX12" fmla="*/ 529668 w 1160842"/>
              <a:gd name="csY12" fmla="*/ 228487 h 290622"/>
              <a:gd name="csX13" fmla="*/ 561753 w 1160842"/>
              <a:gd name="csY13" fmla="*/ 250150 h 290622"/>
              <a:gd name="csX14" fmla="*/ 586888 w 1160842"/>
              <a:gd name="csY14" fmla="*/ 233802 h 290622"/>
              <a:gd name="csX15" fmla="*/ 488786 w 1160842"/>
              <a:gd name="csY15" fmla="*/ 147558 h 290622"/>
              <a:gd name="csX16" fmla="*/ 558681 w 1160842"/>
              <a:gd name="csY16" fmla="*/ 89924 h 290622"/>
              <a:gd name="csX17" fmla="*/ 632255 w 1160842"/>
              <a:gd name="csY17" fmla="*/ 149600 h 290622"/>
              <a:gd name="csX18" fmla="*/ 586468 w 1160842"/>
              <a:gd name="csY18" fmla="*/ 149600 h 290622"/>
              <a:gd name="csX19" fmla="*/ 560105 w 1160842"/>
              <a:gd name="csY19" fmla="*/ 130391 h 290622"/>
              <a:gd name="csX20" fmla="*/ 536607 w 1160842"/>
              <a:gd name="csY20" fmla="*/ 147558 h 290622"/>
              <a:gd name="csX21" fmla="*/ 635936 w 1160842"/>
              <a:gd name="csY21" fmla="*/ 233802 h 290622"/>
              <a:gd name="csX22" fmla="*/ 563175 w 1160842"/>
              <a:gd name="csY22" fmla="*/ 290618 h 290622"/>
              <a:gd name="csX23" fmla="*/ 483883 w 1160842"/>
              <a:gd name="csY23" fmla="*/ 228487 h 290622"/>
              <a:gd name="csX24" fmla="*/ 661713 w 1160842"/>
              <a:gd name="csY24" fmla="*/ 31879 h 290622"/>
              <a:gd name="csX25" fmla="*/ 694410 w 1160842"/>
              <a:gd name="csY25" fmla="*/ 0 h 290622"/>
              <a:gd name="csX26" fmla="*/ 726704 w 1160842"/>
              <a:gd name="csY26" fmla="*/ 31879 h 290622"/>
              <a:gd name="csX27" fmla="*/ 694410 w 1160842"/>
              <a:gd name="csY27" fmla="*/ 63354 h 290622"/>
              <a:gd name="csX28" fmla="*/ 661713 w 1160842"/>
              <a:gd name="csY28" fmla="*/ 31879 h 290622"/>
              <a:gd name="csX29" fmla="*/ 668660 w 1160842"/>
              <a:gd name="csY29" fmla="*/ 286122 h 290622"/>
              <a:gd name="csX30" fmla="*/ 668660 w 1160842"/>
              <a:gd name="csY30" fmla="*/ 94011 h 290622"/>
              <a:gd name="csX31" fmla="*/ 720161 w 1160842"/>
              <a:gd name="csY31" fmla="*/ 94011 h 290622"/>
              <a:gd name="csX32" fmla="*/ 720161 w 1160842"/>
              <a:gd name="csY32" fmla="*/ 286122 h 290622"/>
              <a:gd name="csX33" fmla="*/ 668660 w 1160842"/>
              <a:gd name="csY33" fmla="*/ 286122 h 290622"/>
              <a:gd name="csX34" fmla="*/ 750435 w 1160842"/>
              <a:gd name="csY34" fmla="*/ 190065 h 290622"/>
              <a:gd name="csX35" fmla="*/ 853033 w 1160842"/>
              <a:gd name="csY35" fmla="*/ 89922 h 290622"/>
              <a:gd name="csX36" fmla="*/ 955625 w 1160842"/>
              <a:gd name="csY36" fmla="*/ 190065 h 290622"/>
              <a:gd name="csX37" fmla="*/ 853033 w 1160842"/>
              <a:gd name="csY37" fmla="*/ 290618 h 290622"/>
              <a:gd name="csX38" fmla="*/ 750435 w 1160842"/>
              <a:gd name="csY38" fmla="*/ 190065 h 290622"/>
              <a:gd name="csX39" fmla="*/ 904535 w 1160842"/>
              <a:gd name="csY39" fmla="*/ 190065 h 290622"/>
              <a:gd name="csX40" fmla="*/ 853034 w 1160842"/>
              <a:gd name="csY40" fmla="*/ 134886 h 290622"/>
              <a:gd name="csX41" fmla="*/ 801533 w 1160842"/>
              <a:gd name="csY41" fmla="*/ 190065 h 290622"/>
              <a:gd name="csX42" fmla="*/ 853034 w 1160842"/>
              <a:gd name="csY42" fmla="*/ 245245 h 290622"/>
              <a:gd name="csX43" fmla="*/ 904535 w 1160842"/>
              <a:gd name="csY43" fmla="*/ 190065 h 290622"/>
              <a:gd name="csX44" fmla="*/ 981402 w 1160842"/>
              <a:gd name="csY44" fmla="*/ 286122 h 290622"/>
              <a:gd name="csX45" fmla="*/ 981402 w 1160842"/>
              <a:gd name="csY45" fmla="*/ 176987 h 290622"/>
              <a:gd name="csX46" fmla="*/ 1071324 w 1160842"/>
              <a:gd name="csY46" fmla="*/ 89924 h 290622"/>
              <a:gd name="csX47" fmla="*/ 1160843 w 1160842"/>
              <a:gd name="csY47" fmla="*/ 176987 h 290622"/>
              <a:gd name="csX48" fmla="*/ 1160843 w 1160842"/>
              <a:gd name="csY48" fmla="*/ 286122 h 290622"/>
              <a:gd name="csX49" fmla="*/ 1109342 w 1160842"/>
              <a:gd name="csY49" fmla="*/ 286122 h 290622"/>
              <a:gd name="csX50" fmla="*/ 1109342 w 1160842"/>
              <a:gd name="csY50" fmla="*/ 181073 h 290622"/>
              <a:gd name="csX51" fmla="*/ 1071324 w 1160842"/>
              <a:gd name="csY51" fmla="*/ 135297 h 290622"/>
              <a:gd name="csX52" fmla="*/ 1033312 w 1160842"/>
              <a:gd name="csY52" fmla="*/ 181073 h 290622"/>
              <a:gd name="csX53" fmla="*/ 1033312 w 1160842"/>
              <a:gd name="csY53" fmla="*/ 286122 h 290622"/>
              <a:gd name="csX54" fmla="*/ 981402 w 1160842"/>
              <a:gd name="csY54" fmla="*/ 286122 h 290622"/>
              <a:gd name="csX55" fmla="*/ 278209 w 1160842"/>
              <a:gd name="csY55" fmla="*/ 7357 h 290622"/>
              <a:gd name="csX56" fmla="*/ 198274 w 1160842"/>
              <a:gd name="csY56" fmla="*/ 286122 h 290622"/>
              <a:gd name="csX57" fmla="*/ 139826 w 1160842"/>
              <a:gd name="csY57" fmla="*/ 286122 h 290622"/>
              <a:gd name="csX58" fmla="*/ 219761 w 1160842"/>
              <a:gd name="csY58" fmla="*/ 7357 h 290622"/>
              <a:gd name="csX59" fmla="*/ 278209 w 1160842"/>
              <a:gd name="csY59" fmla="*/ 7357 h 290622"/>
              <a:gd name="csX60" fmla="*/ 138384 w 1160842"/>
              <a:gd name="csY60" fmla="*/ 286122 h 290622"/>
              <a:gd name="csX61" fmla="*/ 58448 w 1160842"/>
              <a:gd name="csY61" fmla="*/ 7357 h 290622"/>
              <a:gd name="csX62" fmla="*/ 0 w 1160842"/>
              <a:gd name="csY62" fmla="*/ 7357 h 290622"/>
              <a:gd name="csX63" fmla="*/ 79935 w 1160842"/>
              <a:gd name="csY63" fmla="*/ 286122 h 290622"/>
              <a:gd name="csX64" fmla="*/ 138384 w 1160842"/>
              <a:gd name="csY64" fmla="*/ 286122 h 2906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160842" h="290622">
                <a:moveTo>
                  <a:pt x="278657" y="203146"/>
                </a:moveTo>
                <a:lnTo>
                  <a:pt x="278657" y="94011"/>
                </a:lnTo>
                <a:lnTo>
                  <a:pt x="330567" y="94011"/>
                </a:lnTo>
                <a:lnTo>
                  <a:pt x="330567" y="199469"/>
                </a:lnTo>
                <a:cubicBezTo>
                  <a:pt x="330567" y="227261"/>
                  <a:pt x="342828" y="244433"/>
                  <a:pt x="367356" y="244837"/>
                </a:cubicBezTo>
                <a:cubicBezTo>
                  <a:pt x="393516" y="245246"/>
                  <a:pt x="404959" y="228079"/>
                  <a:pt x="404959" y="199469"/>
                </a:cubicBezTo>
                <a:lnTo>
                  <a:pt x="404959" y="94011"/>
                </a:lnTo>
                <a:lnTo>
                  <a:pt x="456869" y="94011"/>
                </a:lnTo>
                <a:lnTo>
                  <a:pt x="456869" y="203555"/>
                </a:lnTo>
                <a:cubicBezTo>
                  <a:pt x="456869" y="252607"/>
                  <a:pt x="420490" y="291028"/>
                  <a:pt x="367356" y="290619"/>
                </a:cubicBezTo>
                <a:cubicBezTo>
                  <a:pt x="310540" y="290210"/>
                  <a:pt x="278656" y="253830"/>
                  <a:pt x="278656" y="203146"/>
                </a:cubicBezTo>
                <a:close/>
                <a:moveTo>
                  <a:pt x="483886" y="228487"/>
                </a:moveTo>
                <a:lnTo>
                  <a:pt x="529668" y="228487"/>
                </a:lnTo>
                <a:cubicBezTo>
                  <a:pt x="532123" y="243204"/>
                  <a:pt x="547452" y="250150"/>
                  <a:pt x="561753" y="250150"/>
                </a:cubicBezTo>
                <a:cubicBezTo>
                  <a:pt x="576471" y="250150"/>
                  <a:pt x="586888" y="243204"/>
                  <a:pt x="586888" y="233802"/>
                </a:cubicBezTo>
                <a:cubicBezTo>
                  <a:pt x="586888" y="202736"/>
                  <a:pt x="488786" y="221950"/>
                  <a:pt x="488786" y="147558"/>
                </a:cubicBezTo>
                <a:cubicBezTo>
                  <a:pt x="488786" y="115673"/>
                  <a:pt x="515355" y="89924"/>
                  <a:pt x="558681" y="89924"/>
                </a:cubicBezTo>
                <a:cubicBezTo>
                  <a:pt x="600785" y="89514"/>
                  <a:pt x="629396" y="111996"/>
                  <a:pt x="632255" y="149600"/>
                </a:cubicBezTo>
                <a:lnTo>
                  <a:pt x="586468" y="149600"/>
                </a:lnTo>
                <a:cubicBezTo>
                  <a:pt x="584422" y="138157"/>
                  <a:pt x="574004" y="130391"/>
                  <a:pt x="560105" y="130391"/>
                </a:cubicBezTo>
                <a:cubicBezTo>
                  <a:pt x="546616" y="130391"/>
                  <a:pt x="536607" y="137746"/>
                  <a:pt x="536607" y="147558"/>
                </a:cubicBezTo>
                <a:cubicBezTo>
                  <a:pt x="536607" y="177395"/>
                  <a:pt x="635936" y="160228"/>
                  <a:pt x="635936" y="233802"/>
                </a:cubicBezTo>
                <a:cubicBezTo>
                  <a:pt x="635936" y="268136"/>
                  <a:pt x="602415" y="290618"/>
                  <a:pt x="563175" y="290618"/>
                </a:cubicBezTo>
                <a:cubicBezTo>
                  <a:pt x="518626" y="290618"/>
                  <a:pt x="486742" y="264866"/>
                  <a:pt x="483883" y="228487"/>
                </a:cubicBezTo>
                <a:close/>
                <a:moveTo>
                  <a:pt x="661713" y="31879"/>
                </a:moveTo>
                <a:cubicBezTo>
                  <a:pt x="661713" y="14303"/>
                  <a:pt x="676425" y="0"/>
                  <a:pt x="694410" y="0"/>
                </a:cubicBezTo>
                <a:cubicBezTo>
                  <a:pt x="711986" y="0"/>
                  <a:pt x="726704" y="14303"/>
                  <a:pt x="726704" y="31879"/>
                </a:cubicBezTo>
                <a:cubicBezTo>
                  <a:pt x="726704" y="49455"/>
                  <a:pt x="711986" y="63354"/>
                  <a:pt x="694410" y="63354"/>
                </a:cubicBezTo>
                <a:cubicBezTo>
                  <a:pt x="676425" y="63354"/>
                  <a:pt x="661713" y="49456"/>
                  <a:pt x="661713" y="31879"/>
                </a:cubicBezTo>
                <a:close/>
                <a:moveTo>
                  <a:pt x="668660" y="286122"/>
                </a:moveTo>
                <a:lnTo>
                  <a:pt x="668660" y="94011"/>
                </a:lnTo>
                <a:lnTo>
                  <a:pt x="720161" y="94011"/>
                </a:lnTo>
                <a:lnTo>
                  <a:pt x="720161" y="286122"/>
                </a:lnTo>
                <a:lnTo>
                  <a:pt x="668660" y="286122"/>
                </a:lnTo>
                <a:close/>
                <a:moveTo>
                  <a:pt x="750435" y="190065"/>
                </a:moveTo>
                <a:cubicBezTo>
                  <a:pt x="750435" y="133250"/>
                  <a:pt x="793357" y="89922"/>
                  <a:pt x="853033" y="89922"/>
                </a:cubicBezTo>
                <a:cubicBezTo>
                  <a:pt x="912709" y="89922"/>
                  <a:pt x="955625" y="133250"/>
                  <a:pt x="955625" y="190065"/>
                </a:cubicBezTo>
                <a:cubicBezTo>
                  <a:pt x="955625" y="246881"/>
                  <a:pt x="912707" y="290618"/>
                  <a:pt x="853033" y="290618"/>
                </a:cubicBezTo>
                <a:cubicBezTo>
                  <a:pt x="793358" y="290618"/>
                  <a:pt x="750435" y="246881"/>
                  <a:pt x="750435" y="190065"/>
                </a:cubicBezTo>
                <a:close/>
                <a:moveTo>
                  <a:pt x="904535" y="190065"/>
                </a:moveTo>
                <a:cubicBezTo>
                  <a:pt x="904535" y="157772"/>
                  <a:pt x="882871" y="134886"/>
                  <a:pt x="853034" y="134886"/>
                </a:cubicBezTo>
                <a:cubicBezTo>
                  <a:pt x="823197" y="134886"/>
                  <a:pt x="801533" y="157772"/>
                  <a:pt x="801533" y="190065"/>
                </a:cubicBezTo>
                <a:cubicBezTo>
                  <a:pt x="801533" y="222768"/>
                  <a:pt x="823197" y="245245"/>
                  <a:pt x="853034" y="245245"/>
                </a:cubicBezTo>
                <a:cubicBezTo>
                  <a:pt x="882871" y="245245"/>
                  <a:pt x="904535" y="222768"/>
                  <a:pt x="904535" y="190065"/>
                </a:cubicBezTo>
                <a:close/>
                <a:moveTo>
                  <a:pt x="981402" y="286122"/>
                </a:moveTo>
                <a:lnTo>
                  <a:pt x="981402" y="176987"/>
                </a:lnTo>
                <a:cubicBezTo>
                  <a:pt x="981402" y="126305"/>
                  <a:pt x="1013696" y="89924"/>
                  <a:pt x="1071324" y="89924"/>
                </a:cubicBezTo>
                <a:cubicBezTo>
                  <a:pt x="1128549" y="89924"/>
                  <a:pt x="1160843" y="126303"/>
                  <a:pt x="1160843" y="176987"/>
                </a:cubicBezTo>
                <a:lnTo>
                  <a:pt x="1160843" y="286122"/>
                </a:lnTo>
                <a:lnTo>
                  <a:pt x="1109342" y="286122"/>
                </a:lnTo>
                <a:lnTo>
                  <a:pt x="1109342" y="181073"/>
                </a:lnTo>
                <a:cubicBezTo>
                  <a:pt x="1109342" y="152873"/>
                  <a:pt x="1096666" y="135297"/>
                  <a:pt x="1071324" y="135297"/>
                </a:cubicBezTo>
                <a:cubicBezTo>
                  <a:pt x="1045982" y="135297"/>
                  <a:pt x="1033312" y="152873"/>
                  <a:pt x="1033312" y="181073"/>
                </a:cubicBezTo>
                <a:lnTo>
                  <a:pt x="1033312" y="286122"/>
                </a:lnTo>
                <a:lnTo>
                  <a:pt x="981402" y="286122"/>
                </a:lnTo>
                <a:close/>
                <a:moveTo>
                  <a:pt x="278209" y="7357"/>
                </a:moveTo>
                <a:lnTo>
                  <a:pt x="198274" y="286122"/>
                </a:lnTo>
                <a:lnTo>
                  <a:pt x="139826" y="286122"/>
                </a:lnTo>
                <a:lnTo>
                  <a:pt x="219761" y="7357"/>
                </a:lnTo>
                <a:lnTo>
                  <a:pt x="278209" y="7357"/>
                </a:lnTo>
                <a:close/>
                <a:moveTo>
                  <a:pt x="138384" y="286122"/>
                </a:moveTo>
                <a:lnTo>
                  <a:pt x="58448" y="7357"/>
                </a:lnTo>
                <a:lnTo>
                  <a:pt x="0" y="7357"/>
                </a:lnTo>
                <a:cubicBezTo>
                  <a:pt x="0" y="7357"/>
                  <a:pt x="79935" y="286122"/>
                  <a:pt x="79935" y="286122"/>
                </a:cubicBezTo>
                <a:lnTo>
                  <a:pt x="138384" y="286122"/>
                </a:lnTo>
                <a:close/>
              </a:path>
            </a:pathLst>
          </a:custGeom>
          <a:solidFill>
            <a:schemeClr val="tx1"/>
          </a:solidFill>
          <a:ln w="134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9D055D6-DD95-6902-3F08-76D854CCFF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4" r="14"/>
          <a:stretch/>
        </p:blipFill>
        <p:spPr>
          <a:xfrm>
            <a:off x="7674863" y="0"/>
            <a:ext cx="4515868" cy="6858000"/>
          </a:xfrm>
          <a:prstGeom prst="rect">
            <a:avLst/>
          </a:prstGeom>
        </p:spPr>
      </p:pic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70CE6C77-5CA1-2D95-AA0B-DD5A7DC3A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8331996" y="2265991"/>
            <a:ext cx="2331586" cy="2336253"/>
          </a:xfrm>
          <a:custGeom>
            <a:avLst/>
            <a:gdLst>
              <a:gd name="connsiteX0" fmla="*/ 2168002 w 2744608"/>
              <a:gd name="connsiteY0" fmla="*/ 0 h 2750102"/>
              <a:gd name="connsiteX1" fmla="*/ 2744608 w 2744608"/>
              <a:gd name="connsiteY1" fmla="*/ 0 h 2750102"/>
              <a:gd name="connsiteX2" fmla="*/ 1956067 w 2744608"/>
              <a:gd name="connsiteY2" fmla="*/ 2750102 h 2750102"/>
              <a:gd name="connsiteX3" fmla="*/ 1379460 w 2744608"/>
              <a:gd name="connsiteY3" fmla="*/ 2750102 h 2750102"/>
              <a:gd name="connsiteX4" fmla="*/ 0 w 2744608"/>
              <a:gd name="connsiteY4" fmla="*/ 0 h 2750102"/>
              <a:gd name="connsiteX5" fmla="*/ 576606 w 2744608"/>
              <a:gd name="connsiteY5" fmla="*/ 0 h 2750102"/>
              <a:gd name="connsiteX6" fmla="*/ 1365221 w 2744608"/>
              <a:gd name="connsiteY6" fmla="*/ 2750102 h 2750102"/>
              <a:gd name="connsiteX7" fmla="*/ 788614 w 2744608"/>
              <a:gd name="connsiteY7" fmla="*/ 2750102 h 2750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44608" h="2750102">
                <a:moveTo>
                  <a:pt x="2168002" y="0"/>
                </a:moveTo>
                <a:lnTo>
                  <a:pt x="2744608" y="0"/>
                </a:lnTo>
                <a:lnTo>
                  <a:pt x="1956067" y="2750102"/>
                </a:lnTo>
                <a:lnTo>
                  <a:pt x="1379460" y="2750102"/>
                </a:lnTo>
                <a:close/>
                <a:moveTo>
                  <a:pt x="0" y="0"/>
                </a:moveTo>
                <a:lnTo>
                  <a:pt x="576606" y="0"/>
                </a:lnTo>
                <a:lnTo>
                  <a:pt x="1365221" y="2750102"/>
                </a:lnTo>
                <a:lnTo>
                  <a:pt x="788614" y="2750102"/>
                </a:lnTo>
                <a:close/>
              </a:path>
            </a:pathLst>
          </a:custGeom>
          <a:solidFill>
            <a:srgbClr val="FDCD38"/>
          </a:solidFill>
          <a:ln w="72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4884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Photo Light 04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Person, Supermarkt, Flasche, Softdrink enthält.&#10;&#10;KI-generierte Inhalte können fehlerhaft sein.">
            <a:extLst>
              <a:ext uri="{FF2B5EF4-FFF2-40B4-BE49-F238E27FC236}">
                <a16:creationId xmlns:a16="http://schemas.microsoft.com/office/drawing/2014/main" id="{6120602C-3699-2FA3-A310-E2555F946E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9434"/>
          <a:stretch>
            <a:fillRect/>
          </a:stretch>
        </p:blipFill>
        <p:spPr>
          <a:xfrm>
            <a:off x="3915256" y="0"/>
            <a:ext cx="8276744" cy="6858000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C8103713-A803-33F3-E4B1-6C7AC3A2C632}"/>
              </a:ext>
            </a:extLst>
          </p:cNvPr>
          <p:cNvSpPr/>
          <p:nvPr userDrawn="1"/>
        </p:nvSpPr>
        <p:spPr bwMode="gray">
          <a:xfrm>
            <a:off x="1" y="0"/>
            <a:ext cx="12191999" cy="6860929"/>
          </a:xfrm>
          <a:prstGeom prst="rect">
            <a:avLst/>
          </a:prstGeom>
          <a:gradFill>
            <a:gsLst>
              <a:gs pos="37000">
                <a:srgbClr val="FDF6E3"/>
              </a:gs>
              <a:gs pos="83000">
                <a:srgbClr val="FDF6E3">
                  <a:alpha val="29000"/>
                </a:srgbClr>
              </a:gs>
              <a:gs pos="65000">
                <a:srgbClr val="FDF6E3">
                  <a:alpha val="70000"/>
                </a:srgbClr>
              </a:gs>
            </a:gsLst>
            <a:lin ang="21000000" scaled="0"/>
          </a:gra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de-DE" sz="1400"/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4AA93B9A-5893-0B50-BF41-0D61F324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7349366" y="1285694"/>
            <a:ext cx="4296847" cy="4296847"/>
          </a:xfrm>
          <a:custGeom>
            <a:avLst/>
            <a:gdLst>
              <a:gd name="connsiteX0" fmla="*/ 303556 w 3992230"/>
              <a:gd name="connsiteY0" fmla="*/ 303556 h 3992230"/>
              <a:gd name="connsiteX1" fmla="*/ 303556 w 3992230"/>
              <a:gd name="connsiteY1" fmla="*/ 3688674 h 3992230"/>
              <a:gd name="connsiteX2" fmla="*/ 3688674 w 3992230"/>
              <a:gd name="connsiteY2" fmla="*/ 3688674 h 3992230"/>
              <a:gd name="connsiteX3" fmla="*/ 3688617 w 3992230"/>
              <a:gd name="connsiteY3" fmla="*/ 3688617 h 3992230"/>
              <a:gd name="connsiteX4" fmla="*/ 3688617 w 3992230"/>
              <a:gd name="connsiteY4" fmla="*/ 303556 h 3992230"/>
              <a:gd name="connsiteX5" fmla="*/ 637645 w 3992230"/>
              <a:gd name="connsiteY5" fmla="*/ 0 h 3992230"/>
              <a:gd name="connsiteX6" fmla="*/ 3354585 w 3992230"/>
              <a:gd name="connsiteY6" fmla="*/ 0 h 3992230"/>
              <a:gd name="connsiteX7" fmla="*/ 3992230 w 3992230"/>
              <a:gd name="connsiteY7" fmla="*/ 637645 h 3992230"/>
              <a:gd name="connsiteX8" fmla="*/ 3992230 w 3992230"/>
              <a:gd name="connsiteY8" fmla="*/ 3354585 h 3992230"/>
              <a:gd name="connsiteX9" fmla="*/ 3354585 w 3992230"/>
              <a:gd name="connsiteY9" fmla="*/ 3992230 h 3992230"/>
              <a:gd name="connsiteX10" fmla="*/ 637645 w 3992230"/>
              <a:gd name="connsiteY10" fmla="*/ 3992230 h 3992230"/>
              <a:gd name="connsiteX11" fmla="*/ 0 w 3992230"/>
              <a:gd name="connsiteY11" fmla="*/ 3354585 h 3992230"/>
              <a:gd name="connsiteX12" fmla="*/ 0 w 3992230"/>
              <a:gd name="connsiteY12" fmla="*/ 637645 h 3992230"/>
              <a:gd name="connsiteX13" fmla="*/ 637645 w 3992230"/>
              <a:gd name="connsiteY13" fmla="*/ 0 h 399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92230" h="3992230">
                <a:moveTo>
                  <a:pt x="303556" y="303556"/>
                </a:moveTo>
                <a:lnTo>
                  <a:pt x="303556" y="3688674"/>
                </a:lnTo>
                <a:lnTo>
                  <a:pt x="3688674" y="3688674"/>
                </a:lnTo>
                <a:lnTo>
                  <a:pt x="3688617" y="3688617"/>
                </a:lnTo>
                <a:lnTo>
                  <a:pt x="3688617" y="303556"/>
                </a:lnTo>
                <a:close/>
                <a:moveTo>
                  <a:pt x="637645" y="0"/>
                </a:moveTo>
                <a:lnTo>
                  <a:pt x="3354585" y="0"/>
                </a:lnTo>
                <a:cubicBezTo>
                  <a:pt x="3706765" y="0"/>
                  <a:pt x="3992230" y="285465"/>
                  <a:pt x="3992230" y="637645"/>
                </a:cubicBezTo>
                <a:lnTo>
                  <a:pt x="3992230" y="3354585"/>
                </a:lnTo>
                <a:cubicBezTo>
                  <a:pt x="3992230" y="3706765"/>
                  <a:pt x="3706765" y="3992230"/>
                  <a:pt x="3354585" y="3992230"/>
                </a:cubicBezTo>
                <a:lnTo>
                  <a:pt x="637645" y="3992230"/>
                </a:lnTo>
                <a:cubicBezTo>
                  <a:pt x="285465" y="3992230"/>
                  <a:pt x="0" y="3706765"/>
                  <a:pt x="0" y="3354585"/>
                </a:cubicBezTo>
                <a:lnTo>
                  <a:pt x="0" y="637645"/>
                </a:lnTo>
                <a:cubicBezTo>
                  <a:pt x="0" y="285465"/>
                  <a:pt x="285465" y="0"/>
                  <a:pt x="637645" y="0"/>
                </a:cubicBezTo>
                <a:close/>
              </a:path>
            </a:pathLst>
          </a:custGeom>
          <a:solidFill>
            <a:srgbClr val="FDCD38"/>
          </a:solidFill>
          <a:ln w="5701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DB145-611B-E784-E402-0C9DC60FC7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0" y="2096237"/>
            <a:ext cx="6229350" cy="2257425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66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CF013-5ACD-8BF9-86CF-366DFC41A9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57200" y="4761763"/>
            <a:ext cx="2502670" cy="36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rIns="180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US"/>
              <a:t>[Presentation Subtitle]</a:t>
            </a:r>
          </a:p>
        </p:txBody>
      </p:sp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631B75B7-E4A9-E6DC-9E41-DE4C04F1E947}"/>
              </a:ext>
            </a:extLst>
          </p:cNvPr>
          <p:cNvSpPr>
            <a:spLocks noChangeAspect="1"/>
          </p:cNvSpPr>
          <p:nvPr/>
        </p:nvSpPr>
        <p:spPr bwMode="gray">
          <a:xfrm>
            <a:off x="454340" y="544847"/>
            <a:ext cx="1160842" cy="290622"/>
          </a:xfrm>
          <a:custGeom>
            <a:avLst/>
            <a:gdLst>
              <a:gd name="csX0" fmla="*/ 278657 w 1160842"/>
              <a:gd name="csY0" fmla="*/ 203146 h 290622"/>
              <a:gd name="csX1" fmla="*/ 278657 w 1160842"/>
              <a:gd name="csY1" fmla="*/ 94011 h 290622"/>
              <a:gd name="csX2" fmla="*/ 330567 w 1160842"/>
              <a:gd name="csY2" fmla="*/ 94011 h 290622"/>
              <a:gd name="csX3" fmla="*/ 330567 w 1160842"/>
              <a:gd name="csY3" fmla="*/ 199469 h 290622"/>
              <a:gd name="csX4" fmla="*/ 367356 w 1160842"/>
              <a:gd name="csY4" fmla="*/ 244837 h 290622"/>
              <a:gd name="csX5" fmla="*/ 404959 w 1160842"/>
              <a:gd name="csY5" fmla="*/ 199469 h 290622"/>
              <a:gd name="csX6" fmla="*/ 404959 w 1160842"/>
              <a:gd name="csY6" fmla="*/ 94011 h 290622"/>
              <a:gd name="csX7" fmla="*/ 456869 w 1160842"/>
              <a:gd name="csY7" fmla="*/ 94011 h 290622"/>
              <a:gd name="csX8" fmla="*/ 456869 w 1160842"/>
              <a:gd name="csY8" fmla="*/ 203555 h 290622"/>
              <a:gd name="csX9" fmla="*/ 367356 w 1160842"/>
              <a:gd name="csY9" fmla="*/ 290619 h 290622"/>
              <a:gd name="csX10" fmla="*/ 278656 w 1160842"/>
              <a:gd name="csY10" fmla="*/ 203146 h 290622"/>
              <a:gd name="csX11" fmla="*/ 483886 w 1160842"/>
              <a:gd name="csY11" fmla="*/ 228487 h 290622"/>
              <a:gd name="csX12" fmla="*/ 529668 w 1160842"/>
              <a:gd name="csY12" fmla="*/ 228487 h 290622"/>
              <a:gd name="csX13" fmla="*/ 561753 w 1160842"/>
              <a:gd name="csY13" fmla="*/ 250150 h 290622"/>
              <a:gd name="csX14" fmla="*/ 586888 w 1160842"/>
              <a:gd name="csY14" fmla="*/ 233802 h 290622"/>
              <a:gd name="csX15" fmla="*/ 488786 w 1160842"/>
              <a:gd name="csY15" fmla="*/ 147558 h 290622"/>
              <a:gd name="csX16" fmla="*/ 558681 w 1160842"/>
              <a:gd name="csY16" fmla="*/ 89924 h 290622"/>
              <a:gd name="csX17" fmla="*/ 632255 w 1160842"/>
              <a:gd name="csY17" fmla="*/ 149600 h 290622"/>
              <a:gd name="csX18" fmla="*/ 586468 w 1160842"/>
              <a:gd name="csY18" fmla="*/ 149600 h 290622"/>
              <a:gd name="csX19" fmla="*/ 560105 w 1160842"/>
              <a:gd name="csY19" fmla="*/ 130391 h 290622"/>
              <a:gd name="csX20" fmla="*/ 536607 w 1160842"/>
              <a:gd name="csY20" fmla="*/ 147558 h 290622"/>
              <a:gd name="csX21" fmla="*/ 635936 w 1160842"/>
              <a:gd name="csY21" fmla="*/ 233802 h 290622"/>
              <a:gd name="csX22" fmla="*/ 563175 w 1160842"/>
              <a:gd name="csY22" fmla="*/ 290618 h 290622"/>
              <a:gd name="csX23" fmla="*/ 483883 w 1160842"/>
              <a:gd name="csY23" fmla="*/ 228487 h 290622"/>
              <a:gd name="csX24" fmla="*/ 661713 w 1160842"/>
              <a:gd name="csY24" fmla="*/ 31879 h 290622"/>
              <a:gd name="csX25" fmla="*/ 694410 w 1160842"/>
              <a:gd name="csY25" fmla="*/ 0 h 290622"/>
              <a:gd name="csX26" fmla="*/ 726704 w 1160842"/>
              <a:gd name="csY26" fmla="*/ 31879 h 290622"/>
              <a:gd name="csX27" fmla="*/ 694410 w 1160842"/>
              <a:gd name="csY27" fmla="*/ 63354 h 290622"/>
              <a:gd name="csX28" fmla="*/ 661713 w 1160842"/>
              <a:gd name="csY28" fmla="*/ 31879 h 290622"/>
              <a:gd name="csX29" fmla="*/ 668660 w 1160842"/>
              <a:gd name="csY29" fmla="*/ 286122 h 290622"/>
              <a:gd name="csX30" fmla="*/ 668660 w 1160842"/>
              <a:gd name="csY30" fmla="*/ 94011 h 290622"/>
              <a:gd name="csX31" fmla="*/ 720161 w 1160842"/>
              <a:gd name="csY31" fmla="*/ 94011 h 290622"/>
              <a:gd name="csX32" fmla="*/ 720161 w 1160842"/>
              <a:gd name="csY32" fmla="*/ 286122 h 290622"/>
              <a:gd name="csX33" fmla="*/ 668660 w 1160842"/>
              <a:gd name="csY33" fmla="*/ 286122 h 290622"/>
              <a:gd name="csX34" fmla="*/ 750435 w 1160842"/>
              <a:gd name="csY34" fmla="*/ 190065 h 290622"/>
              <a:gd name="csX35" fmla="*/ 853033 w 1160842"/>
              <a:gd name="csY35" fmla="*/ 89922 h 290622"/>
              <a:gd name="csX36" fmla="*/ 955625 w 1160842"/>
              <a:gd name="csY36" fmla="*/ 190065 h 290622"/>
              <a:gd name="csX37" fmla="*/ 853033 w 1160842"/>
              <a:gd name="csY37" fmla="*/ 290618 h 290622"/>
              <a:gd name="csX38" fmla="*/ 750435 w 1160842"/>
              <a:gd name="csY38" fmla="*/ 190065 h 290622"/>
              <a:gd name="csX39" fmla="*/ 904535 w 1160842"/>
              <a:gd name="csY39" fmla="*/ 190065 h 290622"/>
              <a:gd name="csX40" fmla="*/ 853034 w 1160842"/>
              <a:gd name="csY40" fmla="*/ 134886 h 290622"/>
              <a:gd name="csX41" fmla="*/ 801533 w 1160842"/>
              <a:gd name="csY41" fmla="*/ 190065 h 290622"/>
              <a:gd name="csX42" fmla="*/ 853034 w 1160842"/>
              <a:gd name="csY42" fmla="*/ 245245 h 290622"/>
              <a:gd name="csX43" fmla="*/ 904535 w 1160842"/>
              <a:gd name="csY43" fmla="*/ 190065 h 290622"/>
              <a:gd name="csX44" fmla="*/ 981402 w 1160842"/>
              <a:gd name="csY44" fmla="*/ 286122 h 290622"/>
              <a:gd name="csX45" fmla="*/ 981402 w 1160842"/>
              <a:gd name="csY45" fmla="*/ 176987 h 290622"/>
              <a:gd name="csX46" fmla="*/ 1071324 w 1160842"/>
              <a:gd name="csY46" fmla="*/ 89924 h 290622"/>
              <a:gd name="csX47" fmla="*/ 1160843 w 1160842"/>
              <a:gd name="csY47" fmla="*/ 176987 h 290622"/>
              <a:gd name="csX48" fmla="*/ 1160843 w 1160842"/>
              <a:gd name="csY48" fmla="*/ 286122 h 290622"/>
              <a:gd name="csX49" fmla="*/ 1109342 w 1160842"/>
              <a:gd name="csY49" fmla="*/ 286122 h 290622"/>
              <a:gd name="csX50" fmla="*/ 1109342 w 1160842"/>
              <a:gd name="csY50" fmla="*/ 181073 h 290622"/>
              <a:gd name="csX51" fmla="*/ 1071324 w 1160842"/>
              <a:gd name="csY51" fmla="*/ 135297 h 290622"/>
              <a:gd name="csX52" fmla="*/ 1033312 w 1160842"/>
              <a:gd name="csY52" fmla="*/ 181073 h 290622"/>
              <a:gd name="csX53" fmla="*/ 1033312 w 1160842"/>
              <a:gd name="csY53" fmla="*/ 286122 h 290622"/>
              <a:gd name="csX54" fmla="*/ 981402 w 1160842"/>
              <a:gd name="csY54" fmla="*/ 286122 h 290622"/>
              <a:gd name="csX55" fmla="*/ 278209 w 1160842"/>
              <a:gd name="csY55" fmla="*/ 7357 h 290622"/>
              <a:gd name="csX56" fmla="*/ 198274 w 1160842"/>
              <a:gd name="csY56" fmla="*/ 286122 h 290622"/>
              <a:gd name="csX57" fmla="*/ 139826 w 1160842"/>
              <a:gd name="csY57" fmla="*/ 286122 h 290622"/>
              <a:gd name="csX58" fmla="*/ 219761 w 1160842"/>
              <a:gd name="csY58" fmla="*/ 7357 h 290622"/>
              <a:gd name="csX59" fmla="*/ 278209 w 1160842"/>
              <a:gd name="csY59" fmla="*/ 7357 h 290622"/>
              <a:gd name="csX60" fmla="*/ 138384 w 1160842"/>
              <a:gd name="csY60" fmla="*/ 286122 h 290622"/>
              <a:gd name="csX61" fmla="*/ 58448 w 1160842"/>
              <a:gd name="csY61" fmla="*/ 7357 h 290622"/>
              <a:gd name="csX62" fmla="*/ 0 w 1160842"/>
              <a:gd name="csY62" fmla="*/ 7357 h 290622"/>
              <a:gd name="csX63" fmla="*/ 79935 w 1160842"/>
              <a:gd name="csY63" fmla="*/ 286122 h 290622"/>
              <a:gd name="csX64" fmla="*/ 138384 w 1160842"/>
              <a:gd name="csY64" fmla="*/ 286122 h 2906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160842" h="290622">
                <a:moveTo>
                  <a:pt x="278657" y="203146"/>
                </a:moveTo>
                <a:lnTo>
                  <a:pt x="278657" y="94011"/>
                </a:lnTo>
                <a:lnTo>
                  <a:pt x="330567" y="94011"/>
                </a:lnTo>
                <a:lnTo>
                  <a:pt x="330567" y="199469"/>
                </a:lnTo>
                <a:cubicBezTo>
                  <a:pt x="330567" y="227261"/>
                  <a:pt x="342828" y="244433"/>
                  <a:pt x="367356" y="244837"/>
                </a:cubicBezTo>
                <a:cubicBezTo>
                  <a:pt x="393516" y="245246"/>
                  <a:pt x="404959" y="228079"/>
                  <a:pt x="404959" y="199469"/>
                </a:cubicBezTo>
                <a:lnTo>
                  <a:pt x="404959" y="94011"/>
                </a:lnTo>
                <a:lnTo>
                  <a:pt x="456869" y="94011"/>
                </a:lnTo>
                <a:lnTo>
                  <a:pt x="456869" y="203555"/>
                </a:lnTo>
                <a:cubicBezTo>
                  <a:pt x="456869" y="252607"/>
                  <a:pt x="420490" y="291028"/>
                  <a:pt x="367356" y="290619"/>
                </a:cubicBezTo>
                <a:cubicBezTo>
                  <a:pt x="310540" y="290210"/>
                  <a:pt x="278656" y="253830"/>
                  <a:pt x="278656" y="203146"/>
                </a:cubicBezTo>
                <a:close/>
                <a:moveTo>
                  <a:pt x="483886" y="228487"/>
                </a:moveTo>
                <a:lnTo>
                  <a:pt x="529668" y="228487"/>
                </a:lnTo>
                <a:cubicBezTo>
                  <a:pt x="532123" y="243204"/>
                  <a:pt x="547452" y="250150"/>
                  <a:pt x="561753" y="250150"/>
                </a:cubicBezTo>
                <a:cubicBezTo>
                  <a:pt x="576471" y="250150"/>
                  <a:pt x="586888" y="243204"/>
                  <a:pt x="586888" y="233802"/>
                </a:cubicBezTo>
                <a:cubicBezTo>
                  <a:pt x="586888" y="202736"/>
                  <a:pt x="488786" y="221950"/>
                  <a:pt x="488786" y="147558"/>
                </a:cubicBezTo>
                <a:cubicBezTo>
                  <a:pt x="488786" y="115673"/>
                  <a:pt x="515355" y="89924"/>
                  <a:pt x="558681" y="89924"/>
                </a:cubicBezTo>
                <a:cubicBezTo>
                  <a:pt x="600785" y="89514"/>
                  <a:pt x="629396" y="111996"/>
                  <a:pt x="632255" y="149600"/>
                </a:cubicBezTo>
                <a:lnTo>
                  <a:pt x="586468" y="149600"/>
                </a:lnTo>
                <a:cubicBezTo>
                  <a:pt x="584422" y="138157"/>
                  <a:pt x="574004" y="130391"/>
                  <a:pt x="560105" y="130391"/>
                </a:cubicBezTo>
                <a:cubicBezTo>
                  <a:pt x="546616" y="130391"/>
                  <a:pt x="536607" y="137746"/>
                  <a:pt x="536607" y="147558"/>
                </a:cubicBezTo>
                <a:cubicBezTo>
                  <a:pt x="536607" y="177395"/>
                  <a:pt x="635936" y="160228"/>
                  <a:pt x="635936" y="233802"/>
                </a:cubicBezTo>
                <a:cubicBezTo>
                  <a:pt x="635936" y="268136"/>
                  <a:pt x="602415" y="290618"/>
                  <a:pt x="563175" y="290618"/>
                </a:cubicBezTo>
                <a:cubicBezTo>
                  <a:pt x="518626" y="290618"/>
                  <a:pt x="486742" y="264866"/>
                  <a:pt x="483883" y="228487"/>
                </a:cubicBezTo>
                <a:close/>
                <a:moveTo>
                  <a:pt x="661713" y="31879"/>
                </a:moveTo>
                <a:cubicBezTo>
                  <a:pt x="661713" y="14303"/>
                  <a:pt x="676425" y="0"/>
                  <a:pt x="694410" y="0"/>
                </a:cubicBezTo>
                <a:cubicBezTo>
                  <a:pt x="711986" y="0"/>
                  <a:pt x="726704" y="14303"/>
                  <a:pt x="726704" y="31879"/>
                </a:cubicBezTo>
                <a:cubicBezTo>
                  <a:pt x="726704" y="49455"/>
                  <a:pt x="711986" y="63354"/>
                  <a:pt x="694410" y="63354"/>
                </a:cubicBezTo>
                <a:cubicBezTo>
                  <a:pt x="676425" y="63354"/>
                  <a:pt x="661713" y="49456"/>
                  <a:pt x="661713" y="31879"/>
                </a:cubicBezTo>
                <a:close/>
                <a:moveTo>
                  <a:pt x="668660" y="286122"/>
                </a:moveTo>
                <a:lnTo>
                  <a:pt x="668660" y="94011"/>
                </a:lnTo>
                <a:lnTo>
                  <a:pt x="720161" y="94011"/>
                </a:lnTo>
                <a:lnTo>
                  <a:pt x="720161" y="286122"/>
                </a:lnTo>
                <a:lnTo>
                  <a:pt x="668660" y="286122"/>
                </a:lnTo>
                <a:close/>
                <a:moveTo>
                  <a:pt x="750435" y="190065"/>
                </a:moveTo>
                <a:cubicBezTo>
                  <a:pt x="750435" y="133250"/>
                  <a:pt x="793357" y="89922"/>
                  <a:pt x="853033" y="89922"/>
                </a:cubicBezTo>
                <a:cubicBezTo>
                  <a:pt x="912709" y="89922"/>
                  <a:pt x="955625" y="133250"/>
                  <a:pt x="955625" y="190065"/>
                </a:cubicBezTo>
                <a:cubicBezTo>
                  <a:pt x="955625" y="246881"/>
                  <a:pt x="912707" y="290618"/>
                  <a:pt x="853033" y="290618"/>
                </a:cubicBezTo>
                <a:cubicBezTo>
                  <a:pt x="793358" y="290618"/>
                  <a:pt x="750435" y="246881"/>
                  <a:pt x="750435" y="190065"/>
                </a:cubicBezTo>
                <a:close/>
                <a:moveTo>
                  <a:pt x="904535" y="190065"/>
                </a:moveTo>
                <a:cubicBezTo>
                  <a:pt x="904535" y="157772"/>
                  <a:pt x="882871" y="134886"/>
                  <a:pt x="853034" y="134886"/>
                </a:cubicBezTo>
                <a:cubicBezTo>
                  <a:pt x="823197" y="134886"/>
                  <a:pt x="801533" y="157772"/>
                  <a:pt x="801533" y="190065"/>
                </a:cubicBezTo>
                <a:cubicBezTo>
                  <a:pt x="801533" y="222768"/>
                  <a:pt x="823197" y="245245"/>
                  <a:pt x="853034" y="245245"/>
                </a:cubicBezTo>
                <a:cubicBezTo>
                  <a:pt x="882871" y="245245"/>
                  <a:pt x="904535" y="222768"/>
                  <a:pt x="904535" y="190065"/>
                </a:cubicBezTo>
                <a:close/>
                <a:moveTo>
                  <a:pt x="981402" y="286122"/>
                </a:moveTo>
                <a:lnTo>
                  <a:pt x="981402" y="176987"/>
                </a:lnTo>
                <a:cubicBezTo>
                  <a:pt x="981402" y="126305"/>
                  <a:pt x="1013696" y="89924"/>
                  <a:pt x="1071324" y="89924"/>
                </a:cubicBezTo>
                <a:cubicBezTo>
                  <a:pt x="1128549" y="89924"/>
                  <a:pt x="1160843" y="126303"/>
                  <a:pt x="1160843" y="176987"/>
                </a:cubicBezTo>
                <a:lnTo>
                  <a:pt x="1160843" y="286122"/>
                </a:lnTo>
                <a:lnTo>
                  <a:pt x="1109342" y="286122"/>
                </a:lnTo>
                <a:lnTo>
                  <a:pt x="1109342" y="181073"/>
                </a:lnTo>
                <a:cubicBezTo>
                  <a:pt x="1109342" y="152873"/>
                  <a:pt x="1096666" y="135297"/>
                  <a:pt x="1071324" y="135297"/>
                </a:cubicBezTo>
                <a:cubicBezTo>
                  <a:pt x="1045982" y="135297"/>
                  <a:pt x="1033312" y="152873"/>
                  <a:pt x="1033312" y="181073"/>
                </a:cubicBezTo>
                <a:lnTo>
                  <a:pt x="1033312" y="286122"/>
                </a:lnTo>
                <a:lnTo>
                  <a:pt x="981402" y="286122"/>
                </a:lnTo>
                <a:close/>
                <a:moveTo>
                  <a:pt x="278209" y="7357"/>
                </a:moveTo>
                <a:lnTo>
                  <a:pt x="198274" y="286122"/>
                </a:lnTo>
                <a:lnTo>
                  <a:pt x="139826" y="286122"/>
                </a:lnTo>
                <a:lnTo>
                  <a:pt x="219761" y="7357"/>
                </a:lnTo>
                <a:lnTo>
                  <a:pt x="278209" y="7357"/>
                </a:lnTo>
                <a:close/>
                <a:moveTo>
                  <a:pt x="138384" y="286122"/>
                </a:moveTo>
                <a:lnTo>
                  <a:pt x="58448" y="7357"/>
                </a:lnTo>
                <a:lnTo>
                  <a:pt x="0" y="7357"/>
                </a:lnTo>
                <a:cubicBezTo>
                  <a:pt x="0" y="7357"/>
                  <a:pt x="79935" y="286122"/>
                  <a:pt x="79935" y="286122"/>
                </a:cubicBezTo>
                <a:lnTo>
                  <a:pt x="138384" y="286122"/>
                </a:lnTo>
                <a:close/>
              </a:path>
            </a:pathLst>
          </a:custGeom>
          <a:solidFill>
            <a:schemeClr val="tx1"/>
          </a:solidFill>
          <a:ln w="134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996E99E2-629A-C630-F748-128720EBC1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3" b="3"/>
          <a:stretch/>
        </p:blipFill>
        <p:spPr>
          <a:xfrm>
            <a:off x="7668490" y="0"/>
            <a:ext cx="4523509" cy="6858000"/>
          </a:xfrm>
          <a:prstGeom prst="rect">
            <a:avLst/>
          </a:prstGeom>
        </p:spPr>
      </p:pic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70CE6C77-5CA1-2D95-AA0B-DD5A7DC3A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8331996" y="2265991"/>
            <a:ext cx="2331586" cy="2336253"/>
          </a:xfrm>
          <a:custGeom>
            <a:avLst/>
            <a:gdLst>
              <a:gd name="connsiteX0" fmla="*/ 2168002 w 2744608"/>
              <a:gd name="connsiteY0" fmla="*/ 0 h 2750102"/>
              <a:gd name="connsiteX1" fmla="*/ 2744608 w 2744608"/>
              <a:gd name="connsiteY1" fmla="*/ 0 h 2750102"/>
              <a:gd name="connsiteX2" fmla="*/ 1956067 w 2744608"/>
              <a:gd name="connsiteY2" fmla="*/ 2750102 h 2750102"/>
              <a:gd name="connsiteX3" fmla="*/ 1379460 w 2744608"/>
              <a:gd name="connsiteY3" fmla="*/ 2750102 h 2750102"/>
              <a:gd name="connsiteX4" fmla="*/ 0 w 2744608"/>
              <a:gd name="connsiteY4" fmla="*/ 0 h 2750102"/>
              <a:gd name="connsiteX5" fmla="*/ 576606 w 2744608"/>
              <a:gd name="connsiteY5" fmla="*/ 0 h 2750102"/>
              <a:gd name="connsiteX6" fmla="*/ 1365221 w 2744608"/>
              <a:gd name="connsiteY6" fmla="*/ 2750102 h 2750102"/>
              <a:gd name="connsiteX7" fmla="*/ 788614 w 2744608"/>
              <a:gd name="connsiteY7" fmla="*/ 2750102 h 2750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44608" h="2750102">
                <a:moveTo>
                  <a:pt x="2168002" y="0"/>
                </a:moveTo>
                <a:lnTo>
                  <a:pt x="2744608" y="0"/>
                </a:lnTo>
                <a:lnTo>
                  <a:pt x="1956067" y="2750102"/>
                </a:lnTo>
                <a:lnTo>
                  <a:pt x="1379460" y="2750102"/>
                </a:lnTo>
                <a:close/>
                <a:moveTo>
                  <a:pt x="0" y="0"/>
                </a:moveTo>
                <a:lnTo>
                  <a:pt x="576606" y="0"/>
                </a:lnTo>
                <a:lnTo>
                  <a:pt x="1365221" y="2750102"/>
                </a:lnTo>
                <a:lnTo>
                  <a:pt x="788614" y="2750102"/>
                </a:lnTo>
                <a:close/>
              </a:path>
            </a:pathLst>
          </a:custGeom>
          <a:solidFill>
            <a:srgbClr val="FDCD38"/>
          </a:solidFill>
          <a:ln w="72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2419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Photo Color 04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Person, Supermarkt, Flasche, Softdrink enthält.&#10;&#10;KI-generierte Inhalte können fehlerhaft sein.">
            <a:extLst>
              <a:ext uri="{FF2B5EF4-FFF2-40B4-BE49-F238E27FC236}">
                <a16:creationId xmlns:a16="http://schemas.microsoft.com/office/drawing/2014/main" id="{4352DCB8-9008-E998-43F4-FBB8F9A5A6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9434"/>
          <a:stretch>
            <a:fillRect/>
          </a:stretch>
        </p:blipFill>
        <p:spPr>
          <a:xfrm>
            <a:off x="3915256" y="0"/>
            <a:ext cx="8276744" cy="6858000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077D82F9-F0DE-09A3-4082-79DACB8798A9}"/>
              </a:ext>
            </a:extLst>
          </p:cNvPr>
          <p:cNvSpPr/>
          <p:nvPr/>
        </p:nvSpPr>
        <p:spPr bwMode="gray">
          <a:xfrm>
            <a:off x="0" y="0"/>
            <a:ext cx="11734800" cy="6860929"/>
          </a:xfrm>
          <a:prstGeom prst="rect">
            <a:avLst/>
          </a:prstGeom>
          <a:gradFill>
            <a:gsLst>
              <a:gs pos="40000">
                <a:schemeClr val="accent1"/>
              </a:gs>
              <a:gs pos="80000">
                <a:schemeClr val="accent1">
                  <a:alpha val="0"/>
                </a:schemeClr>
              </a:gs>
              <a:gs pos="61000">
                <a:schemeClr val="accent1">
                  <a:alpha val="60000"/>
                </a:schemeClr>
              </a:gs>
            </a:gsLst>
            <a:lin ang="21000000" scaled="0"/>
          </a:gra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de-DE" sz="1400"/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4AA93B9A-5893-0B50-BF41-0D61F324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>
            <a:off x="7349366" y="1285694"/>
            <a:ext cx="4296847" cy="4296847"/>
          </a:xfrm>
          <a:custGeom>
            <a:avLst/>
            <a:gdLst>
              <a:gd name="connsiteX0" fmla="*/ 303556 w 3992230"/>
              <a:gd name="connsiteY0" fmla="*/ 303556 h 3992230"/>
              <a:gd name="connsiteX1" fmla="*/ 303556 w 3992230"/>
              <a:gd name="connsiteY1" fmla="*/ 3688674 h 3992230"/>
              <a:gd name="connsiteX2" fmla="*/ 3688674 w 3992230"/>
              <a:gd name="connsiteY2" fmla="*/ 3688674 h 3992230"/>
              <a:gd name="connsiteX3" fmla="*/ 3688617 w 3992230"/>
              <a:gd name="connsiteY3" fmla="*/ 3688617 h 3992230"/>
              <a:gd name="connsiteX4" fmla="*/ 3688617 w 3992230"/>
              <a:gd name="connsiteY4" fmla="*/ 303556 h 3992230"/>
              <a:gd name="connsiteX5" fmla="*/ 637645 w 3992230"/>
              <a:gd name="connsiteY5" fmla="*/ 0 h 3992230"/>
              <a:gd name="connsiteX6" fmla="*/ 3354585 w 3992230"/>
              <a:gd name="connsiteY6" fmla="*/ 0 h 3992230"/>
              <a:gd name="connsiteX7" fmla="*/ 3992230 w 3992230"/>
              <a:gd name="connsiteY7" fmla="*/ 637645 h 3992230"/>
              <a:gd name="connsiteX8" fmla="*/ 3992230 w 3992230"/>
              <a:gd name="connsiteY8" fmla="*/ 3354585 h 3992230"/>
              <a:gd name="connsiteX9" fmla="*/ 3354585 w 3992230"/>
              <a:gd name="connsiteY9" fmla="*/ 3992230 h 3992230"/>
              <a:gd name="connsiteX10" fmla="*/ 637645 w 3992230"/>
              <a:gd name="connsiteY10" fmla="*/ 3992230 h 3992230"/>
              <a:gd name="connsiteX11" fmla="*/ 0 w 3992230"/>
              <a:gd name="connsiteY11" fmla="*/ 3354585 h 3992230"/>
              <a:gd name="connsiteX12" fmla="*/ 0 w 3992230"/>
              <a:gd name="connsiteY12" fmla="*/ 637645 h 3992230"/>
              <a:gd name="connsiteX13" fmla="*/ 637645 w 3992230"/>
              <a:gd name="connsiteY13" fmla="*/ 0 h 399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92230" h="3992230">
                <a:moveTo>
                  <a:pt x="303556" y="303556"/>
                </a:moveTo>
                <a:lnTo>
                  <a:pt x="303556" y="3688674"/>
                </a:lnTo>
                <a:lnTo>
                  <a:pt x="3688674" y="3688674"/>
                </a:lnTo>
                <a:lnTo>
                  <a:pt x="3688617" y="3688617"/>
                </a:lnTo>
                <a:lnTo>
                  <a:pt x="3688617" y="303556"/>
                </a:lnTo>
                <a:close/>
                <a:moveTo>
                  <a:pt x="637645" y="0"/>
                </a:moveTo>
                <a:lnTo>
                  <a:pt x="3354585" y="0"/>
                </a:lnTo>
                <a:cubicBezTo>
                  <a:pt x="3706765" y="0"/>
                  <a:pt x="3992230" y="285465"/>
                  <a:pt x="3992230" y="637645"/>
                </a:cubicBezTo>
                <a:lnTo>
                  <a:pt x="3992230" y="3354585"/>
                </a:lnTo>
                <a:cubicBezTo>
                  <a:pt x="3992230" y="3706765"/>
                  <a:pt x="3706765" y="3992230"/>
                  <a:pt x="3354585" y="3992230"/>
                </a:cubicBezTo>
                <a:lnTo>
                  <a:pt x="637645" y="3992230"/>
                </a:lnTo>
                <a:cubicBezTo>
                  <a:pt x="285465" y="3992230"/>
                  <a:pt x="0" y="3706765"/>
                  <a:pt x="0" y="3354585"/>
                </a:cubicBezTo>
                <a:lnTo>
                  <a:pt x="0" y="637645"/>
                </a:lnTo>
                <a:cubicBezTo>
                  <a:pt x="0" y="285465"/>
                  <a:pt x="285465" y="0"/>
                  <a:pt x="637645" y="0"/>
                </a:cubicBezTo>
                <a:close/>
              </a:path>
            </a:pathLst>
          </a:custGeom>
          <a:solidFill>
            <a:srgbClr val="FDCD38"/>
          </a:solidFill>
          <a:ln w="5701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DB145-611B-E784-E402-0C9DC60FC7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0" y="2096237"/>
            <a:ext cx="6229350" cy="2257425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66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CF013-5ACD-8BF9-86CF-366DFC41A9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57200" y="4761763"/>
            <a:ext cx="2502670" cy="360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 wrap="none" lIns="180000" rIns="180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US"/>
              <a:t>[Presentation Subtitle]</a:t>
            </a:r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381D2007-8B33-5E76-0275-7BC4AB9C1368}"/>
              </a:ext>
            </a:extLst>
          </p:cNvPr>
          <p:cNvSpPr>
            <a:spLocks noChangeAspect="1"/>
          </p:cNvSpPr>
          <p:nvPr/>
        </p:nvSpPr>
        <p:spPr bwMode="gray">
          <a:xfrm>
            <a:off x="454340" y="544847"/>
            <a:ext cx="1160842" cy="290622"/>
          </a:xfrm>
          <a:custGeom>
            <a:avLst/>
            <a:gdLst>
              <a:gd name="csX0" fmla="*/ 278657 w 1160842"/>
              <a:gd name="csY0" fmla="*/ 203146 h 290622"/>
              <a:gd name="csX1" fmla="*/ 278657 w 1160842"/>
              <a:gd name="csY1" fmla="*/ 94011 h 290622"/>
              <a:gd name="csX2" fmla="*/ 330567 w 1160842"/>
              <a:gd name="csY2" fmla="*/ 94011 h 290622"/>
              <a:gd name="csX3" fmla="*/ 330567 w 1160842"/>
              <a:gd name="csY3" fmla="*/ 199469 h 290622"/>
              <a:gd name="csX4" fmla="*/ 367356 w 1160842"/>
              <a:gd name="csY4" fmla="*/ 244837 h 290622"/>
              <a:gd name="csX5" fmla="*/ 404959 w 1160842"/>
              <a:gd name="csY5" fmla="*/ 199469 h 290622"/>
              <a:gd name="csX6" fmla="*/ 404959 w 1160842"/>
              <a:gd name="csY6" fmla="*/ 94011 h 290622"/>
              <a:gd name="csX7" fmla="*/ 456869 w 1160842"/>
              <a:gd name="csY7" fmla="*/ 94011 h 290622"/>
              <a:gd name="csX8" fmla="*/ 456869 w 1160842"/>
              <a:gd name="csY8" fmla="*/ 203555 h 290622"/>
              <a:gd name="csX9" fmla="*/ 367356 w 1160842"/>
              <a:gd name="csY9" fmla="*/ 290619 h 290622"/>
              <a:gd name="csX10" fmla="*/ 278656 w 1160842"/>
              <a:gd name="csY10" fmla="*/ 203146 h 290622"/>
              <a:gd name="csX11" fmla="*/ 483886 w 1160842"/>
              <a:gd name="csY11" fmla="*/ 228487 h 290622"/>
              <a:gd name="csX12" fmla="*/ 529668 w 1160842"/>
              <a:gd name="csY12" fmla="*/ 228487 h 290622"/>
              <a:gd name="csX13" fmla="*/ 561753 w 1160842"/>
              <a:gd name="csY13" fmla="*/ 250150 h 290622"/>
              <a:gd name="csX14" fmla="*/ 586888 w 1160842"/>
              <a:gd name="csY14" fmla="*/ 233802 h 290622"/>
              <a:gd name="csX15" fmla="*/ 488786 w 1160842"/>
              <a:gd name="csY15" fmla="*/ 147558 h 290622"/>
              <a:gd name="csX16" fmla="*/ 558681 w 1160842"/>
              <a:gd name="csY16" fmla="*/ 89924 h 290622"/>
              <a:gd name="csX17" fmla="*/ 632255 w 1160842"/>
              <a:gd name="csY17" fmla="*/ 149600 h 290622"/>
              <a:gd name="csX18" fmla="*/ 586468 w 1160842"/>
              <a:gd name="csY18" fmla="*/ 149600 h 290622"/>
              <a:gd name="csX19" fmla="*/ 560105 w 1160842"/>
              <a:gd name="csY19" fmla="*/ 130391 h 290622"/>
              <a:gd name="csX20" fmla="*/ 536607 w 1160842"/>
              <a:gd name="csY20" fmla="*/ 147558 h 290622"/>
              <a:gd name="csX21" fmla="*/ 635936 w 1160842"/>
              <a:gd name="csY21" fmla="*/ 233802 h 290622"/>
              <a:gd name="csX22" fmla="*/ 563175 w 1160842"/>
              <a:gd name="csY22" fmla="*/ 290618 h 290622"/>
              <a:gd name="csX23" fmla="*/ 483883 w 1160842"/>
              <a:gd name="csY23" fmla="*/ 228487 h 290622"/>
              <a:gd name="csX24" fmla="*/ 661713 w 1160842"/>
              <a:gd name="csY24" fmla="*/ 31879 h 290622"/>
              <a:gd name="csX25" fmla="*/ 694410 w 1160842"/>
              <a:gd name="csY25" fmla="*/ 0 h 290622"/>
              <a:gd name="csX26" fmla="*/ 726704 w 1160842"/>
              <a:gd name="csY26" fmla="*/ 31879 h 290622"/>
              <a:gd name="csX27" fmla="*/ 694410 w 1160842"/>
              <a:gd name="csY27" fmla="*/ 63354 h 290622"/>
              <a:gd name="csX28" fmla="*/ 661713 w 1160842"/>
              <a:gd name="csY28" fmla="*/ 31879 h 290622"/>
              <a:gd name="csX29" fmla="*/ 668660 w 1160842"/>
              <a:gd name="csY29" fmla="*/ 286122 h 290622"/>
              <a:gd name="csX30" fmla="*/ 668660 w 1160842"/>
              <a:gd name="csY30" fmla="*/ 94011 h 290622"/>
              <a:gd name="csX31" fmla="*/ 720161 w 1160842"/>
              <a:gd name="csY31" fmla="*/ 94011 h 290622"/>
              <a:gd name="csX32" fmla="*/ 720161 w 1160842"/>
              <a:gd name="csY32" fmla="*/ 286122 h 290622"/>
              <a:gd name="csX33" fmla="*/ 668660 w 1160842"/>
              <a:gd name="csY33" fmla="*/ 286122 h 290622"/>
              <a:gd name="csX34" fmla="*/ 750435 w 1160842"/>
              <a:gd name="csY34" fmla="*/ 190065 h 290622"/>
              <a:gd name="csX35" fmla="*/ 853033 w 1160842"/>
              <a:gd name="csY35" fmla="*/ 89922 h 290622"/>
              <a:gd name="csX36" fmla="*/ 955625 w 1160842"/>
              <a:gd name="csY36" fmla="*/ 190065 h 290622"/>
              <a:gd name="csX37" fmla="*/ 853033 w 1160842"/>
              <a:gd name="csY37" fmla="*/ 290618 h 290622"/>
              <a:gd name="csX38" fmla="*/ 750435 w 1160842"/>
              <a:gd name="csY38" fmla="*/ 190065 h 290622"/>
              <a:gd name="csX39" fmla="*/ 904535 w 1160842"/>
              <a:gd name="csY39" fmla="*/ 190065 h 290622"/>
              <a:gd name="csX40" fmla="*/ 853034 w 1160842"/>
              <a:gd name="csY40" fmla="*/ 134886 h 290622"/>
              <a:gd name="csX41" fmla="*/ 801533 w 1160842"/>
              <a:gd name="csY41" fmla="*/ 190065 h 290622"/>
              <a:gd name="csX42" fmla="*/ 853034 w 1160842"/>
              <a:gd name="csY42" fmla="*/ 245245 h 290622"/>
              <a:gd name="csX43" fmla="*/ 904535 w 1160842"/>
              <a:gd name="csY43" fmla="*/ 190065 h 290622"/>
              <a:gd name="csX44" fmla="*/ 981402 w 1160842"/>
              <a:gd name="csY44" fmla="*/ 286122 h 290622"/>
              <a:gd name="csX45" fmla="*/ 981402 w 1160842"/>
              <a:gd name="csY45" fmla="*/ 176987 h 290622"/>
              <a:gd name="csX46" fmla="*/ 1071324 w 1160842"/>
              <a:gd name="csY46" fmla="*/ 89924 h 290622"/>
              <a:gd name="csX47" fmla="*/ 1160843 w 1160842"/>
              <a:gd name="csY47" fmla="*/ 176987 h 290622"/>
              <a:gd name="csX48" fmla="*/ 1160843 w 1160842"/>
              <a:gd name="csY48" fmla="*/ 286122 h 290622"/>
              <a:gd name="csX49" fmla="*/ 1109342 w 1160842"/>
              <a:gd name="csY49" fmla="*/ 286122 h 290622"/>
              <a:gd name="csX50" fmla="*/ 1109342 w 1160842"/>
              <a:gd name="csY50" fmla="*/ 181073 h 290622"/>
              <a:gd name="csX51" fmla="*/ 1071324 w 1160842"/>
              <a:gd name="csY51" fmla="*/ 135297 h 290622"/>
              <a:gd name="csX52" fmla="*/ 1033312 w 1160842"/>
              <a:gd name="csY52" fmla="*/ 181073 h 290622"/>
              <a:gd name="csX53" fmla="*/ 1033312 w 1160842"/>
              <a:gd name="csY53" fmla="*/ 286122 h 290622"/>
              <a:gd name="csX54" fmla="*/ 981402 w 1160842"/>
              <a:gd name="csY54" fmla="*/ 286122 h 290622"/>
              <a:gd name="csX55" fmla="*/ 278209 w 1160842"/>
              <a:gd name="csY55" fmla="*/ 7357 h 290622"/>
              <a:gd name="csX56" fmla="*/ 198274 w 1160842"/>
              <a:gd name="csY56" fmla="*/ 286122 h 290622"/>
              <a:gd name="csX57" fmla="*/ 139826 w 1160842"/>
              <a:gd name="csY57" fmla="*/ 286122 h 290622"/>
              <a:gd name="csX58" fmla="*/ 219761 w 1160842"/>
              <a:gd name="csY58" fmla="*/ 7357 h 290622"/>
              <a:gd name="csX59" fmla="*/ 278209 w 1160842"/>
              <a:gd name="csY59" fmla="*/ 7357 h 290622"/>
              <a:gd name="csX60" fmla="*/ 138384 w 1160842"/>
              <a:gd name="csY60" fmla="*/ 286122 h 290622"/>
              <a:gd name="csX61" fmla="*/ 58448 w 1160842"/>
              <a:gd name="csY61" fmla="*/ 7357 h 290622"/>
              <a:gd name="csX62" fmla="*/ 0 w 1160842"/>
              <a:gd name="csY62" fmla="*/ 7357 h 290622"/>
              <a:gd name="csX63" fmla="*/ 79935 w 1160842"/>
              <a:gd name="csY63" fmla="*/ 286122 h 290622"/>
              <a:gd name="csX64" fmla="*/ 138384 w 1160842"/>
              <a:gd name="csY64" fmla="*/ 286122 h 2906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160842" h="290622">
                <a:moveTo>
                  <a:pt x="278657" y="203146"/>
                </a:moveTo>
                <a:lnTo>
                  <a:pt x="278657" y="94011"/>
                </a:lnTo>
                <a:lnTo>
                  <a:pt x="330567" y="94011"/>
                </a:lnTo>
                <a:lnTo>
                  <a:pt x="330567" y="199469"/>
                </a:lnTo>
                <a:cubicBezTo>
                  <a:pt x="330567" y="227261"/>
                  <a:pt x="342828" y="244433"/>
                  <a:pt x="367356" y="244837"/>
                </a:cubicBezTo>
                <a:cubicBezTo>
                  <a:pt x="393516" y="245246"/>
                  <a:pt x="404959" y="228079"/>
                  <a:pt x="404959" y="199469"/>
                </a:cubicBezTo>
                <a:lnTo>
                  <a:pt x="404959" y="94011"/>
                </a:lnTo>
                <a:lnTo>
                  <a:pt x="456869" y="94011"/>
                </a:lnTo>
                <a:lnTo>
                  <a:pt x="456869" y="203555"/>
                </a:lnTo>
                <a:cubicBezTo>
                  <a:pt x="456869" y="252607"/>
                  <a:pt x="420490" y="291028"/>
                  <a:pt x="367356" y="290619"/>
                </a:cubicBezTo>
                <a:cubicBezTo>
                  <a:pt x="310540" y="290210"/>
                  <a:pt x="278656" y="253830"/>
                  <a:pt x="278656" y="203146"/>
                </a:cubicBezTo>
                <a:close/>
                <a:moveTo>
                  <a:pt x="483886" y="228487"/>
                </a:moveTo>
                <a:lnTo>
                  <a:pt x="529668" y="228487"/>
                </a:lnTo>
                <a:cubicBezTo>
                  <a:pt x="532123" y="243204"/>
                  <a:pt x="547452" y="250150"/>
                  <a:pt x="561753" y="250150"/>
                </a:cubicBezTo>
                <a:cubicBezTo>
                  <a:pt x="576471" y="250150"/>
                  <a:pt x="586888" y="243204"/>
                  <a:pt x="586888" y="233802"/>
                </a:cubicBezTo>
                <a:cubicBezTo>
                  <a:pt x="586888" y="202736"/>
                  <a:pt x="488786" y="221950"/>
                  <a:pt x="488786" y="147558"/>
                </a:cubicBezTo>
                <a:cubicBezTo>
                  <a:pt x="488786" y="115673"/>
                  <a:pt x="515355" y="89924"/>
                  <a:pt x="558681" y="89924"/>
                </a:cubicBezTo>
                <a:cubicBezTo>
                  <a:pt x="600785" y="89514"/>
                  <a:pt x="629396" y="111996"/>
                  <a:pt x="632255" y="149600"/>
                </a:cubicBezTo>
                <a:lnTo>
                  <a:pt x="586468" y="149600"/>
                </a:lnTo>
                <a:cubicBezTo>
                  <a:pt x="584422" y="138157"/>
                  <a:pt x="574004" y="130391"/>
                  <a:pt x="560105" y="130391"/>
                </a:cubicBezTo>
                <a:cubicBezTo>
                  <a:pt x="546616" y="130391"/>
                  <a:pt x="536607" y="137746"/>
                  <a:pt x="536607" y="147558"/>
                </a:cubicBezTo>
                <a:cubicBezTo>
                  <a:pt x="536607" y="177395"/>
                  <a:pt x="635936" y="160228"/>
                  <a:pt x="635936" y="233802"/>
                </a:cubicBezTo>
                <a:cubicBezTo>
                  <a:pt x="635936" y="268136"/>
                  <a:pt x="602415" y="290618"/>
                  <a:pt x="563175" y="290618"/>
                </a:cubicBezTo>
                <a:cubicBezTo>
                  <a:pt x="518626" y="290618"/>
                  <a:pt x="486742" y="264866"/>
                  <a:pt x="483883" y="228487"/>
                </a:cubicBezTo>
                <a:close/>
                <a:moveTo>
                  <a:pt x="661713" y="31879"/>
                </a:moveTo>
                <a:cubicBezTo>
                  <a:pt x="661713" y="14303"/>
                  <a:pt x="676425" y="0"/>
                  <a:pt x="694410" y="0"/>
                </a:cubicBezTo>
                <a:cubicBezTo>
                  <a:pt x="711986" y="0"/>
                  <a:pt x="726704" y="14303"/>
                  <a:pt x="726704" y="31879"/>
                </a:cubicBezTo>
                <a:cubicBezTo>
                  <a:pt x="726704" y="49455"/>
                  <a:pt x="711986" y="63354"/>
                  <a:pt x="694410" y="63354"/>
                </a:cubicBezTo>
                <a:cubicBezTo>
                  <a:pt x="676425" y="63354"/>
                  <a:pt x="661713" y="49456"/>
                  <a:pt x="661713" y="31879"/>
                </a:cubicBezTo>
                <a:close/>
                <a:moveTo>
                  <a:pt x="668660" y="286122"/>
                </a:moveTo>
                <a:lnTo>
                  <a:pt x="668660" y="94011"/>
                </a:lnTo>
                <a:lnTo>
                  <a:pt x="720161" y="94011"/>
                </a:lnTo>
                <a:lnTo>
                  <a:pt x="720161" y="286122"/>
                </a:lnTo>
                <a:lnTo>
                  <a:pt x="668660" y="286122"/>
                </a:lnTo>
                <a:close/>
                <a:moveTo>
                  <a:pt x="750435" y="190065"/>
                </a:moveTo>
                <a:cubicBezTo>
                  <a:pt x="750435" y="133250"/>
                  <a:pt x="793357" y="89922"/>
                  <a:pt x="853033" y="89922"/>
                </a:cubicBezTo>
                <a:cubicBezTo>
                  <a:pt x="912709" y="89922"/>
                  <a:pt x="955625" y="133250"/>
                  <a:pt x="955625" y="190065"/>
                </a:cubicBezTo>
                <a:cubicBezTo>
                  <a:pt x="955625" y="246881"/>
                  <a:pt x="912707" y="290618"/>
                  <a:pt x="853033" y="290618"/>
                </a:cubicBezTo>
                <a:cubicBezTo>
                  <a:pt x="793358" y="290618"/>
                  <a:pt x="750435" y="246881"/>
                  <a:pt x="750435" y="190065"/>
                </a:cubicBezTo>
                <a:close/>
                <a:moveTo>
                  <a:pt x="904535" y="190065"/>
                </a:moveTo>
                <a:cubicBezTo>
                  <a:pt x="904535" y="157772"/>
                  <a:pt x="882871" y="134886"/>
                  <a:pt x="853034" y="134886"/>
                </a:cubicBezTo>
                <a:cubicBezTo>
                  <a:pt x="823197" y="134886"/>
                  <a:pt x="801533" y="157772"/>
                  <a:pt x="801533" y="190065"/>
                </a:cubicBezTo>
                <a:cubicBezTo>
                  <a:pt x="801533" y="222768"/>
                  <a:pt x="823197" y="245245"/>
                  <a:pt x="853034" y="245245"/>
                </a:cubicBezTo>
                <a:cubicBezTo>
                  <a:pt x="882871" y="245245"/>
                  <a:pt x="904535" y="222768"/>
                  <a:pt x="904535" y="190065"/>
                </a:cubicBezTo>
                <a:close/>
                <a:moveTo>
                  <a:pt x="981402" y="286122"/>
                </a:moveTo>
                <a:lnTo>
                  <a:pt x="981402" y="176987"/>
                </a:lnTo>
                <a:cubicBezTo>
                  <a:pt x="981402" y="126305"/>
                  <a:pt x="1013696" y="89924"/>
                  <a:pt x="1071324" y="89924"/>
                </a:cubicBezTo>
                <a:cubicBezTo>
                  <a:pt x="1128549" y="89924"/>
                  <a:pt x="1160843" y="126303"/>
                  <a:pt x="1160843" y="176987"/>
                </a:cubicBezTo>
                <a:lnTo>
                  <a:pt x="1160843" y="286122"/>
                </a:lnTo>
                <a:lnTo>
                  <a:pt x="1109342" y="286122"/>
                </a:lnTo>
                <a:lnTo>
                  <a:pt x="1109342" y="181073"/>
                </a:lnTo>
                <a:cubicBezTo>
                  <a:pt x="1109342" y="152873"/>
                  <a:pt x="1096666" y="135297"/>
                  <a:pt x="1071324" y="135297"/>
                </a:cubicBezTo>
                <a:cubicBezTo>
                  <a:pt x="1045982" y="135297"/>
                  <a:pt x="1033312" y="152873"/>
                  <a:pt x="1033312" y="181073"/>
                </a:cubicBezTo>
                <a:lnTo>
                  <a:pt x="1033312" y="286122"/>
                </a:lnTo>
                <a:lnTo>
                  <a:pt x="981402" y="286122"/>
                </a:lnTo>
                <a:close/>
                <a:moveTo>
                  <a:pt x="278209" y="7357"/>
                </a:moveTo>
                <a:lnTo>
                  <a:pt x="198274" y="286122"/>
                </a:lnTo>
                <a:lnTo>
                  <a:pt x="139826" y="286122"/>
                </a:lnTo>
                <a:lnTo>
                  <a:pt x="219761" y="7357"/>
                </a:lnTo>
                <a:lnTo>
                  <a:pt x="278209" y="7357"/>
                </a:lnTo>
                <a:close/>
                <a:moveTo>
                  <a:pt x="138384" y="286122"/>
                </a:moveTo>
                <a:lnTo>
                  <a:pt x="58448" y="7357"/>
                </a:lnTo>
                <a:lnTo>
                  <a:pt x="0" y="7357"/>
                </a:lnTo>
                <a:cubicBezTo>
                  <a:pt x="0" y="7357"/>
                  <a:pt x="79935" y="286122"/>
                  <a:pt x="79935" y="286122"/>
                </a:cubicBezTo>
                <a:lnTo>
                  <a:pt x="138384" y="286122"/>
                </a:lnTo>
                <a:close/>
              </a:path>
            </a:pathLst>
          </a:custGeom>
          <a:solidFill>
            <a:schemeClr val="tx1"/>
          </a:solidFill>
          <a:ln w="134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F894E44-F194-67CD-ED78-1339592228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89" r="89"/>
          <a:stretch/>
        </p:blipFill>
        <p:spPr>
          <a:xfrm>
            <a:off x="7676804" y="0"/>
            <a:ext cx="4515196" cy="6858000"/>
          </a:xfrm>
          <a:prstGeom prst="rect">
            <a:avLst/>
          </a:prstGeom>
        </p:spPr>
      </p:pic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70CE6C77-5CA1-2D95-AA0B-DD5A7DC3A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8331996" y="2265991"/>
            <a:ext cx="2331586" cy="2336253"/>
          </a:xfrm>
          <a:custGeom>
            <a:avLst/>
            <a:gdLst>
              <a:gd name="connsiteX0" fmla="*/ 2168002 w 2744608"/>
              <a:gd name="connsiteY0" fmla="*/ 0 h 2750102"/>
              <a:gd name="connsiteX1" fmla="*/ 2744608 w 2744608"/>
              <a:gd name="connsiteY1" fmla="*/ 0 h 2750102"/>
              <a:gd name="connsiteX2" fmla="*/ 1956067 w 2744608"/>
              <a:gd name="connsiteY2" fmla="*/ 2750102 h 2750102"/>
              <a:gd name="connsiteX3" fmla="*/ 1379460 w 2744608"/>
              <a:gd name="connsiteY3" fmla="*/ 2750102 h 2750102"/>
              <a:gd name="connsiteX4" fmla="*/ 0 w 2744608"/>
              <a:gd name="connsiteY4" fmla="*/ 0 h 2750102"/>
              <a:gd name="connsiteX5" fmla="*/ 576606 w 2744608"/>
              <a:gd name="connsiteY5" fmla="*/ 0 h 2750102"/>
              <a:gd name="connsiteX6" fmla="*/ 1365221 w 2744608"/>
              <a:gd name="connsiteY6" fmla="*/ 2750102 h 2750102"/>
              <a:gd name="connsiteX7" fmla="*/ 788614 w 2744608"/>
              <a:gd name="connsiteY7" fmla="*/ 2750102 h 2750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44608" h="2750102">
                <a:moveTo>
                  <a:pt x="2168002" y="0"/>
                </a:moveTo>
                <a:lnTo>
                  <a:pt x="2744608" y="0"/>
                </a:lnTo>
                <a:lnTo>
                  <a:pt x="1956067" y="2750102"/>
                </a:lnTo>
                <a:lnTo>
                  <a:pt x="1379460" y="2750102"/>
                </a:lnTo>
                <a:close/>
                <a:moveTo>
                  <a:pt x="0" y="0"/>
                </a:moveTo>
                <a:lnTo>
                  <a:pt x="576606" y="0"/>
                </a:lnTo>
                <a:lnTo>
                  <a:pt x="1365221" y="2750102"/>
                </a:lnTo>
                <a:lnTo>
                  <a:pt x="788614" y="2750102"/>
                </a:lnTo>
                <a:close/>
              </a:path>
            </a:pathLst>
          </a:custGeom>
          <a:solidFill>
            <a:srgbClr val="FDCD38"/>
          </a:solidFill>
          <a:ln w="72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3897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Photo Light 05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 descr="Ein Bild, das Person, Supermarkt, Softdrink, Einzelhandelsgeschäft enthält.&#10;&#10;KI-generierte Inhalte können fehlerhaft sein.">
            <a:extLst>
              <a:ext uri="{FF2B5EF4-FFF2-40B4-BE49-F238E27FC236}">
                <a16:creationId xmlns:a16="http://schemas.microsoft.com/office/drawing/2014/main" id="{4C5E7009-1656-34CD-C4D5-7E20DDC991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828" r="36912" b="1719"/>
          <a:stretch>
            <a:fillRect/>
          </a:stretch>
        </p:blipFill>
        <p:spPr>
          <a:xfrm>
            <a:off x="4854852" y="0"/>
            <a:ext cx="7337147" cy="6858000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C8103713-A803-33F3-E4B1-6C7AC3A2C632}"/>
              </a:ext>
            </a:extLst>
          </p:cNvPr>
          <p:cNvSpPr/>
          <p:nvPr userDrawn="1"/>
        </p:nvSpPr>
        <p:spPr bwMode="gray">
          <a:xfrm>
            <a:off x="1" y="0"/>
            <a:ext cx="12191999" cy="6860929"/>
          </a:xfrm>
          <a:prstGeom prst="rect">
            <a:avLst/>
          </a:prstGeom>
          <a:gradFill>
            <a:gsLst>
              <a:gs pos="41000">
                <a:srgbClr val="FDF6E3"/>
              </a:gs>
              <a:gs pos="83000">
                <a:srgbClr val="FDF6E3">
                  <a:alpha val="29000"/>
                </a:srgbClr>
              </a:gs>
              <a:gs pos="57000">
                <a:srgbClr val="FDF6E3">
                  <a:alpha val="70000"/>
                </a:srgbClr>
              </a:gs>
            </a:gsLst>
            <a:lin ang="0" scaled="0"/>
          </a:gra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de-DE" sz="1400"/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4AA93B9A-5893-0B50-BF41-0D61F324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7349366" y="1285694"/>
            <a:ext cx="4296847" cy="4296847"/>
          </a:xfrm>
          <a:custGeom>
            <a:avLst/>
            <a:gdLst>
              <a:gd name="connsiteX0" fmla="*/ 303556 w 3992230"/>
              <a:gd name="connsiteY0" fmla="*/ 303556 h 3992230"/>
              <a:gd name="connsiteX1" fmla="*/ 303556 w 3992230"/>
              <a:gd name="connsiteY1" fmla="*/ 3688674 h 3992230"/>
              <a:gd name="connsiteX2" fmla="*/ 3688674 w 3992230"/>
              <a:gd name="connsiteY2" fmla="*/ 3688674 h 3992230"/>
              <a:gd name="connsiteX3" fmla="*/ 3688617 w 3992230"/>
              <a:gd name="connsiteY3" fmla="*/ 3688617 h 3992230"/>
              <a:gd name="connsiteX4" fmla="*/ 3688617 w 3992230"/>
              <a:gd name="connsiteY4" fmla="*/ 303556 h 3992230"/>
              <a:gd name="connsiteX5" fmla="*/ 637645 w 3992230"/>
              <a:gd name="connsiteY5" fmla="*/ 0 h 3992230"/>
              <a:gd name="connsiteX6" fmla="*/ 3354585 w 3992230"/>
              <a:gd name="connsiteY6" fmla="*/ 0 h 3992230"/>
              <a:gd name="connsiteX7" fmla="*/ 3992230 w 3992230"/>
              <a:gd name="connsiteY7" fmla="*/ 637645 h 3992230"/>
              <a:gd name="connsiteX8" fmla="*/ 3992230 w 3992230"/>
              <a:gd name="connsiteY8" fmla="*/ 3354585 h 3992230"/>
              <a:gd name="connsiteX9" fmla="*/ 3354585 w 3992230"/>
              <a:gd name="connsiteY9" fmla="*/ 3992230 h 3992230"/>
              <a:gd name="connsiteX10" fmla="*/ 637645 w 3992230"/>
              <a:gd name="connsiteY10" fmla="*/ 3992230 h 3992230"/>
              <a:gd name="connsiteX11" fmla="*/ 0 w 3992230"/>
              <a:gd name="connsiteY11" fmla="*/ 3354585 h 3992230"/>
              <a:gd name="connsiteX12" fmla="*/ 0 w 3992230"/>
              <a:gd name="connsiteY12" fmla="*/ 637645 h 3992230"/>
              <a:gd name="connsiteX13" fmla="*/ 637645 w 3992230"/>
              <a:gd name="connsiteY13" fmla="*/ 0 h 399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92230" h="3992230">
                <a:moveTo>
                  <a:pt x="303556" y="303556"/>
                </a:moveTo>
                <a:lnTo>
                  <a:pt x="303556" y="3688674"/>
                </a:lnTo>
                <a:lnTo>
                  <a:pt x="3688674" y="3688674"/>
                </a:lnTo>
                <a:lnTo>
                  <a:pt x="3688617" y="3688617"/>
                </a:lnTo>
                <a:lnTo>
                  <a:pt x="3688617" y="303556"/>
                </a:lnTo>
                <a:close/>
                <a:moveTo>
                  <a:pt x="637645" y="0"/>
                </a:moveTo>
                <a:lnTo>
                  <a:pt x="3354585" y="0"/>
                </a:lnTo>
                <a:cubicBezTo>
                  <a:pt x="3706765" y="0"/>
                  <a:pt x="3992230" y="285465"/>
                  <a:pt x="3992230" y="637645"/>
                </a:cubicBezTo>
                <a:lnTo>
                  <a:pt x="3992230" y="3354585"/>
                </a:lnTo>
                <a:cubicBezTo>
                  <a:pt x="3992230" y="3706765"/>
                  <a:pt x="3706765" y="3992230"/>
                  <a:pt x="3354585" y="3992230"/>
                </a:cubicBezTo>
                <a:lnTo>
                  <a:pt x="637645" y="3992230"/>
                </a:lnTo>
                <a:cubicBezTo>
                  <a:pt x="285465" y="3992230"/>
                  <a:pt x="0" y="3706765"/>
                  <a:pt x="0" y="3354585"/>
                </a:cubicBezTo>
                <a:lnTo>
                  <a:pt x="0" y="637645"/>
                </a:lnTo>
                <a:cubicBezTo>
                  <a:pt x="0" y="285465"/>
                  <a:pt x="285465" y="0"/>
                  <a:pt x="637645" y="0"/>
                </a:cubicBezTo>
                <a:close/>
              </a:path>
            </a:pathLst>
          </a:custGeom>
          <a:solidFill>
            <a:srgbClr val="FDCD38"/>
          </a:solidFill>
          <a:ln w="5701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DB145-611B-E784-E402-0C9DC60FC7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0" y="2096237"/>
            <a:ext cx="6229350" cy="2257425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66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CF013-5ACD-8BF9-86CF-366DFC41A9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57200" y="4761763"/>
            <a:ext cx="2502670" cy="36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rIns="180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US"/>
              <a:t>[Presentation Subtitle]</a:t>
            </a:r>
          </a:p>
        </p:txBody>
      </p:sp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631B75B7-E4A9-E6DC-9E41-DE4C04F1E947}"/>
              </a:ext>
            </a:extLst>
          </p:cNvPr>
          <p:cNvSpPr>
            <a:spLocks noChangeAspect="1"/>
          </p:cNvSpPr>
          <p:nvPr/>
        </p:nvSpPr>
        <p:spPr bwMode="gray">
          <a:xfrm>
            <a:off x="454340" y="544847"/>
            <a:ext cx="1160842" cy="290622"/>
          </a:xfrm>
          <a:custGeom>
            <a:avLst/>
            <a:gdLst>
              <a:gd name="csX0" fmla="*/ 278657 w 1160842"/>
              <a:gd name="csY0" fmla="*/ 203146 h 290622"/>
              <a:gd name="csX1" fmla="*/ 278657 w 1160842"/>
              <a:gd name="csY1" fmla="*/ 94011 h 290622"/>
              <a:gd name="csX2" fmla="*/ 330567 w 1160842"/>
              <a:gd name="csY2" fmla="*/ 94011 h 290622"/>
              <a:gd name="csX3" fmla="*/ 330567 w 1160842"/>
              <a:gd name="csY3" fmla="*/ 199469 h 290622"/>
              <a:gd name="csX4" fmla="*/ 367356 w 1160842"/>
              <a:gd name="csY4" fmla="*/ 244837 h 290622"/>
              <a:gd name="csX5" fmla="*/ 404959 w 1160842"/>
              <a:gd name="csY5" fmla="*/ 199469 h 290622"/>
              <a:gd name="csX6" fmla="*/ 404959 w 1160842"/>
              <a:gd name="csY6" fmla="*/ 94011 h 290622"/>
              <a:gd name="csX7" fmla="*/ 456869 w 1160842"/>
              <a:gd name="csY7" fmla="*/ 94011 h 290622"/>
              <a:gd name="csX8" fmla="*/ 456869 w 1160842"/>
              <a:gd name="csY8" fmla="*/ 203555 h 290622"/>
              <a:gd name="csX9" fmla="*/ 367356 w 1160842"/>
              <a:gd name="csY9" fmla="*/ 290619 h 290622"/>
              <a:gd name="csX10" fmla="*/ 278656 w 1160842"/>
              <a:gd name="csY10" fmla="*/ 203146 h 290622"/>
              <a:gd name="csX11" fmla="*/ 483886 w 1160842"/>
              <a:gd name="csY11" fmla="*/ 228487 h 290622"/>
              <a:gd name="csX12" fmla="*/ 529668 w 1160842"/>
              <a:gd name="csY12" fmla="*/ 228487 h 290622"/>
              <a:gd name="csX13" fmla="*/ 561753 w 1160842"/>
              <a:gd name="csY13" fmla="*/ 250150 h 290622"/>
              <a:gd name="csX14" fmla="*/ 586888 w 1160842"/>
              <a:gd name="csY14" fmla="*/ 233802 h 290622"/>
              <a:gd name="csX15" fmla="*/ 488786 w 1160842"/>
              <a:gd name="csY15" fmla="*/ 147558 h 290622"/>
              <a:gd name="csX16" fmla="*/ 558681 w 1160842"/>
              <a:gd name="csY16" fmla="*/ 89924 h 290622"/>
              <a:gd name="csX17" fmla="*/ 632255 w 1160842"/>
              <a:gd name="csY17" fmla="*/ 149600 h 290622"/>
              <a:gd name="csX18" fmla="*/ 586468 w 1160842"/>
              <a:gd name="csY18" fmla="*/ 149600 h 290622"/>
              <a:gd name="csX19" fmla="*/ 560105 w 1160842"/>
              <a:gd name="csY19" fmla="*/ 130391 h 290622"/>
              <a:gd name="csX20" fmla="*/ 536607 w 1160842"/>
              <a:gd name="csY20" fmla="*/ 147558 h 290622"/>
              <a:gd name="csX21" fmla="*/ 635936 w 1160842"/>
              <a:gd name="csY21" fmla="*/ 233802 h 290622"/>
              <a:gd name="csX22" fmla="*/ 563175 w 1160842"/>
              <a:gd name="csY22" fmla="*/ 290618 h 290622"/>
              <a:gd name="csX23" fmla="*/ 483883 w 1160842"/>
              <a:gd name="csY23" fmla="*/ 228487 h 290622"/>
              <a:gd name="csX24" fmla="*/ 661713 w 1160842"/>
              <a:gd name="csY24" fmla="*/ 31879 h 290622"/>
              <a:gd name="csX25" fmla="*/ 694410 w 1160842"/>
              <a:gd name="csY25" fmla="*/ 0 h 290622"/>
              <a:gd name="csX26" fmla="*/ 726704 w 1160842"/>
              <a:gd name="csY26" fmla="*/ 31879 h 290622"/>
              <a:gd name="csX27" fmla="*/ 694410 w 1160842"/>
              <a:gd name="csY27" fmla="*/ 63354 h 290622"/>
              <a:gd name="csX28" fmla="*/ 661713 w 1160842"/>
              <a:gd name="csY28" fmla="*/ 31879 h 290622"/>
              <a:gd name="csX29" fmla="*/ 668660 w 1160842"/>
              <a:gd name="csY29" fmla="*/ 286122 h 290622"/>
              <a:gd name="csX30" fmla="*/ 668660 w 1160842"/>
              <a:gd name="csY30" fmla="*/ 94011 h 290622"/>
              <a:gd name="csX31" fmla="*/ 720161 w 1160842"/>
              <a:gd name="csY31" fmla="*/ 94011 h 290622"/>
              <a:gd name="csX32" fmla="*/ 720161 w 1160842"/>
              <a:gd name="csY32" fmla="*/ 286122 h 290622"/>
              <a:gd name="csX33" fmla="*/ 668660 w 1160842"/>
              <a:gd name="csY33" fmla="*/ 286122 h 290622"/>
              <a:gd name="csX34" fmla="*/ 750435 w 1160842"/>
              <a:gd name="csY34" fmla="*/ 190065 h 290622"/>
              <a:gd name="csX35" fmla="*/ 853033 w 1160842"/>
              <a:gd name="csY35" fmla="*/ 89922 h 290622"/>
              <a:gd name="csX36" fmla="*/ 955625 w 1160842"/>
              <a:gd name="csY36" fmla="*/ 190065 h 290622"/>
              <a:gd name="csX37" fmla="*/ 853033 w 1160842"/>
              <a:gd name="csY37" fmla="*/ 290618 h 290622"/>
              <a:gd name="csX38" fmla="*/ 750435 w 1160842"/>
              <a:gd name="csY38" fmla="*/ 190065 h 290622"/>
              <a:gd name="csX39" fmla="*/ 904535 w 1160842"/>
              <a:gd name="csY39" fmla="*/ 190065 h 290622"/>
              <a:gd name="csX40" fmla="*/ 853034 w 1160842"/>
              <a:gd name="csY40" fmla="*/ 134886 h 290622"/>
              <a:gd name="csX41" fmla="*/ 801533 w 1160842"/>
              <a:gd name="csY41" fmla="*/ 190065 h 290622"/>
              <a:gd name="csX42" fmla="*/ 853034 w 1160842"/>
              <a:gd name="csY42" fmla="*/ 245245 h 290622"/>
              <a:gd name="csX43" fmla="*/ 904535 w 1160842"/>
              <a:gd name="csY43" fmla="*/ 190065 h 290622"/>
              <a:gd name="csX44" fmla="*/ 981402 w 1160842"/>
              <a:gd name="csY44" fmla="*/ 286122 h 290622"/>
              <a:gd name="csX45" fmla="*/ 981402 w 1160842"/>
              <a:gd name="csY45" fmla="*/ 176987 h 290622"/>
              <a:gd name="csX46" fmla="*/ 1071324 w 1160842"/>
              <a:gd name="csY46" fmla="*/ 89924 h 290622"/>
              <a:gd name="csX47" fmla="*/ 1160843 w 1160842"/>
              <a:gd name="csY47" fmla="*/ 176987 h 290622"/>
              <a:gd name="csX48" fmla="*/ 1160843 w 1160842"/>
              <a:gd name="csY48" fmla="*/ 286122 h 290622"/>
              <a:gd name="csX49" fmla="*/ 1109342 w 1160842"/>
              <a:gd name="csY49" fmla="*/ 286122 h 290622"/>
              <a:gd name="csX50" fmla="*/ 1109342 w 1160842"/>
              <a:gd name="csY50" fmla="*/ 181073 h 290622"/>
              <a:gd name="csX51" fmla="*/ 1071324 w 1160842"/>
              <a:gd name="csY51" fmla="*/ 135297 h 290622"/>
              <a:gd name="csX52" fmla="*/ 1033312 w 1160842"/>
              <a:gd name="csY52" fmla="*/ 181073 h 290622"/>
              <a:gd name="csX53" fmla="*/ 1033312 w 1160842"/>
              <a:gd name="csY53" fmla="*/ 286122 h 290622"/>
              <a:gd name="csX54" fmla="*/ 981402 w 1160842"/>
              <a:gd name="csY54" fmla="*/ 286122 h 290622"/>
              <a:gd name="csX55" fmla="*/ 278209 w 1160842"/>
              <a:gd name="csY55" fmla="*/ 7357 h 290622"/>
              <a:gd name="csX56" fmla="*/ 198274 w 1160842"/>
              <a:gd name="csY56" fmla="*/ 286122 h 290622"/>
              <a:gd name="csX57" fmla="*/ 139826 w 1160842"/>
              <a:gd name="csY57" fmla="*/ 286122 h 290622"/>
              <a:gd name="csX58" fmla="*/ 219761 w 1160842"/>
              <a:gd name="csY58" fmla="*/ 7357 h 290622"/>
              <a:gd name="csX59" fmla="*/ 278209 w 1160842"/>
              <a:gd name="csY59" fmla="*/ 7357 h 290622"/>
              <a:gd name="csX60" fmla="*/ 138384 w 1160842"/>
              <a:gd name="csY60" fmla="*/ 286122 h 290622"/>
              <a:gd name="csX61" fmla="*/ 58448 w 1160842"/>
              <a:gd name="csY61" fmla="*/ 7357 h 290622"/>
              <a:gd name="csX62" fmla="*/ 0 w 1160842"/>
              <a:gd name="csY62" fmla="*/ 7357 h 290622"/>
              <a:gd name="csX63" fmla="*/ 79935 w 1160842"/>
              <a:gd name="csY63" fmla="*/ 286122 h 290622"/>
              <a:gd name="csX64" fmla="*/ 138384 w 1160842"/>
              <a:gd name="csY64" fmla="*/ 286122 h 2906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160842" h="290622">
                <a:moveTo>
                  <a:pt x="278657" y="203146"/>
                </a:moveTo>
                <a:lnTo>
                  <a:pt x="278657" y="94011"/>
                </a:lnTo>
                <a:lnTo>
                  <a:pt x="330567" y="94011"/>
                </a:lnTo>
                <a:lnTo>
                  <a:pt x="330567" y="199469"/>
                </a:lnTo>
                <a:cubicBezTo>
                  <a:pt x="330567" y="227261"/>
                  <a:pt x="342828" y="244433"/>
                  <a:pt x="367356" y="244837"/>
                </a:cubicBezTo>
                <a:cubicBezTo>
                  <a:pt x="393516" y="245246"/>
                  <a:pt x="404959" y="228079"/>
                  <a:pt x="404959" y="199469"/>
                </a:cubicBezTo>
                <a:lnTo>
                  <a:pt x="404959" y="94011"/>
                </a:lnTo>
                <a:lnTo>
                  <a:pt x="456869" y="94011"/>
                </a:lnTo>
                <a:lnTo>
                  <a:pt x="456869" y="203555"/>
                </a:lnTo>
                <a:cubicBezTo>
                  <a:pt x="456869" y="252607"/>
                  <a:pt x="420490" y="291028"/>
                  <a:pt x="367356" y="290619"/>
                </a:cubicBezTo>
                <a:cubicBezTo>
                  <a:pt x="310540" y="290210"/>
                  <a:pt x="278656" y="253830"/>
                  <a:pt x="278656" y="203146"/>
                </a:cubicBezTo>
                <a:close/>
                <a:moveTo>
                  <a:pt x="483886" y="228487"/>
                </a:moveTo>
                <a:lnTo>
                  <a:pt x="529668" y="228487"/>
                </a:lnTo>
                <a:cubicBezTo>
                  <a:pt x="532123" y="243204"/>
                  <a:pt x="547452" y="250150"/>
                  <a:pt x="561753" y="250150"/>
                </a:cubicBezTo>
                <a:cubicBezTo>
                  <a:pt x="576471" y="250150"/>
                  <a:pt x="586888" y="243204"/>
                  <a:pt x="586888" y="233802"/>
                </a:cubicBezTo>
                <a:cubicBezTo>
                  <a:pt x="586888" y="202736"/>
                  <a:pt x="488786" y="221950"/>
                  <a:pt x="488786" y="147558"/>
                </a:cubicBezTo>
                <a:cubicBezTo>
                  <a:pt x="488786" y="115673"/>
                  <a:pt x="515355" y="89924"/>
                  <a:pt x="558681" y="89924"/>
                </a:cubicBezTo>
                <a:cubicBezTo>
                  <a:pt x="600785" y="89514"/>
                  <a:pt x="629396" y="111996"/>
                  <a:pt x="632255" y="149600"/>
                </a:cubicBezTo>
                <a:lnTo>
                  <a:pt x="586468" y="149600"/>
                </a:lnTo>
                <a:cubicBezTo>
                  <a:pt x="584422" y="138157"/>
                  <a:pt x="574004" y="130391"/>
                  <a:pt x="560105" y="130391"/>
                </a:cubicBezTo>
                <a:cubicBezTo>
                  <a:pt x="546616" y="130391"/>
                  <a:pt x="536607" y="137746"/>
                  <a:pt x="536607" y="147558"/>
                </a:cubicBezTo>
                <a:cubicBezTo>
                  <a:pt x="536607" y="177395"/>
                  <a:pt x="635936" y="160228"/>
                  <a:pt x="635936" y="233802"/>
                </a:cubicBezTo>
                <a:cubicBezTo>
                  <a:pt x="635936" y="268136"/>
                  <a:pt x="602415" y="290618"/>
                  <a:pt x="563175" y="290618"/>
                </a:cubicBezTo>
                <a:cubicBezTo>
                  <a:pt x="518626" y="290618"/>
                  <a:pt x="486742" y="264866"/>
                  <a:pt x="483883" y="228487"/>
                </a:cubicBezTo>
                <a:close/>
                <a:moveTo>
                  <a:pt x="661713" y="31879"/>
                </a:moveTo>
                <a:cubicBezTo>
                  <a:pt x="661713" y="14303"/>
                  <a:pt x="676425" y="0"/>
                  <a:pt x="694410" y="0"/>
                </a:cubicBezTo>
                <a:cubicBezTo>
                  <a:pt x="711986" y="0"/>
                  <a:pt x="726704" y="14303"/>
                  <a:pt x="726704" y="31879"/>
                </a:cubicBezTo>
                <a:cubicBezTo>
                  <a:pt x="726704" y="49455"/>
                  <a:pt x="711986" y="63354"/>
                  <a:pt x="694410" y="63354"/>
                </a:cubicBezTo>
                <a:cubicBezTo>
                  <a:pt x="676425" y="63354"/>
                  <a:pt x="661713" y="49456"/>
                  <a:pt x="661713" y="31879"/>
                </a:cubicBezTo>
                <a:close/>
                <a:moveTo>
                  <a:pt x="668660" y="286122"/>
                </a:moveTo>
                <a:lnTo>
                  <a:pt x="668660" y="94011"/>
                </a:lnTo>
                <a:lnTo>
                  <a:pt x="720161" y="94011"/>
                </a:lnTo>
                <a:lnTo>
                  <a:pt x="720161" y="286122"/>
                </a:lnTo>
                <a:lnTo>
                  <a:pt x="668660" y="286122"/>
                </a:lnTo>
                <a:close/>
                <a:moveTo>
                  <a:pt x="750435" y="190065"/>
                </a:moveTo>
                <a:cubicBezTo>
                  <a:pt x="750435" y="133250"/>
                  <a:pt x="793357" y="89922"/>
                  <a:pt x="853033" y="89922"/>
                </a:cubicBezTo>
                <a:cubicBezTo>
                  <a:pt x="912709" y="89922"/>
                  <a:pt x="955625" y="133250"/>
                  <a:pt x="955625" y="190065"/>
                </a:cubicBezTo>
                <a:cubicBezTo>
                  <a:pt x="955625" y="246881"/>
                  <a:pt x="912707" y="290618"/>
                  <a:pt x="853033" y="290618"/>
                </a:cubicBezTo>
                <a:cubicBezTo>
                  <a:pt x="793358" y="290618"/>
                  <a:pt x="750435" y="246881"/>
                  <a:pt x="750435" y="190065"/>
                </a:cubicBezTo>
                <a:close/>
                <a:moveTo>
                  <a:pt x="904535" y="190065"/>
                </a:moveTo>
                <a:cubicBezTo>
                  <a:pt x="904535" y="157772"/>
                  <a:pt x="882871" y="134886"/>
                  <a:pt x="853034" y="134886"/>
                </a:cubicBezTo>
                <a:cubicBezTo>
                  <a:pt x="823197" y="134886"/>
                  <a:pt x="801533" y="157772"/>
                  <a:pt x="801533" y="190065"/>
                </a:cubicBezTo>
                <a:cubicBezTo>
                  <a:pt x="801533" y="222768"/>
                  <a:pt x="823197" y="245245"/>
                  <a:pt x="853034" y="245245"/>
                </a:cubicBezTo>
                <a:cubicBezTo>
                  <a:pt x="882871" y="245245"/>
                  <a:pt x="904535" y="222768"/>
                  <a:pt x="904535" y="190065"/>
                </a:cubicBezTo>
                <a:close/>
                <a:moveTo>
                  <a:pt x="981402" y="286122"/>
                </a:moveTo>
                <a:lnTo>
                  <a:pt x="981402" y="176987"/>
                </a:lnTo>
                <a:cubicBezTo>
                  <a:pt x="981402" y="126305"/>
                  <a:pt x="1013696" y="89924"/>
                  <a:pt x="1071324" y="89924"/>
                </a:cubicBezTo>
                <a:cubicBezTo>
                  <a:pt x="1128549" y="89924"/>
                  <a:pt x="1160843" y="126303"/>
                  <a:pt x="1160843" y="176987"/>
                </a:cubicBezTo>
                <a:lnTo>
                  <a:pt x="1160843" y="286122"/>
                </a:lnTo>
                <a:lnTo>
                  <a:pt x="1109342" y="286122"/>
                </a:lnTo>
                <a:lnTo>
                  <a:pt x="1109342" y="181073"/>
                </a:lnTo>
                <a:cubicBezTo>
                  <a:pt x="1109342" y="152873"/>
                  <a:pt x="1096666" y="135297"/>
                  <a:pt x="1071324" y="135297"/>
                </a:cubicBezTo>
                <a:cubicBezTo>
                  <a:pt x="1045982" y="135297"/>
                  <a:pt x="1033312" y="152873"/>
                  <a:pt x="1033312" y="181073"/>
                </a:cubicBezTo>
                <a:lnTo>
                  <a:pt x="1033312" y="286122"/>
                </a:lnTo>
                <a:lnTo>
                  <a:pt x="981402" y="286122"/>
                </a:lnTo>
                <a:close/>
                <a:moveTo>
                  <a:pt x="278209" y="7357"/>
                </a:moveTo>
                <a:lnTo>
                  <a:pt x="198274" y="286122"/>
                </a:lnTo>
                <a:lnTo>
                  <a:pt x="139826" y="286122"/>
                </a:lnTo>
                <a:lnTo>
                  <a:pt x="219761" y="7357"/>
                </a:lnTo>
                <a:lnTo>
                  <a:pt x="278209" y="7357"/>
                </a:lnTo>
                <a:close/>
                <a:moveTo>
                  <a:pt x="138384" y="286122"/>
                </a:moveTo>
                <a:lnTo>
                  <a:pt x="58448" y="7357"/>
                </a:lnTo>
                <a:lnTo>
                  <a:pt x="0" y="7357"/>
                </a:lnTo>
                <a:cubicBezTo>
                  <a:pt x="0" y="7357"/>
                  <a:pt x="79935" y="286122"/>
                  <a:pt x="79935" y="286122"/>
                </a:cubicBezTo>
                <a:lnTo>
                  <a:pt x="138384" y="286122"/>
                </a:lnTo>
                <a:close/>
              </a:path>
            </a:pathLst>
          </a:custGeom>
          <a:solidFill>
            <a:schemeClr val="tx1"/>
          </a:solidFill>
          <a:ln w="134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B89E678-89D1-D9E0-CC93-D9D70214098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2" r="12"/>
          <a:stretch/>
        </p:blipFill>
        <p:spPr>
          <a:xfrm>
            <a:off x="3715109" y="79622"/>
            <a:ext cx="8211031" cy="6785436"/>
          </a:xfrm>
          <a:prstGeom prst="rect">
            <a:avLst/>
          </a:prstGeom>
        </p:spPr>
      </p:pic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70CE6C77-5CA1-2D95-AA0B-DD5A7DC3A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8331996" y="2265991"/>
            <a:ext cx="2331586" cy="2336253"/>
          </a:xfrm>
          <a:custGeom>
            <a:avLst/>
            <a:gdLst>
              <a:gd name="connsiteX0" fmla="*/ 2168002 w 2744608"/>
              <a:gd name="connsiteY0" fmla="*/ 0 h 2750102"/>
              <a:gd name="connsiteX1" fmla="*/ 2744608 w 2744608"/>
              <a:gd name="connsiteY1" fmla="*/ 0 h 2750102"/>
              <a:gd name="connsiteX2" fmla="*/ 1956067 w 2744608"/>
              <a:gd name="connsiteY2" fmla="*/ 2750102 h 2750102"/>
              <a:gd name="connsiteX3" fmla="*/ 1379460 w 2744608"/>
              <a:gd name="connsiteY3" fmla="*/ 2750102 h 2750102"/>
              <a:gd name="connsiteX4" fmla="*/ 0 w 2744608"/>
              <a:gd name="connsiteY4" fmla="*/ 0 h 2750102"/>
              <a:gd name="connsiteX5" fmla="*/ 576606 w 2744608"/>
              <a:gd name="connsiteY5" fmla="*/ 0 h 2750102"/>
              <a:gd name="connsiteX6" fmla="*/ 1365221 w 2744608"/>
              <a:gd name="connsiteY6" fmla="*/ 2750102 h 2750102"/>
              <a:gd name="connsiteX7" fmla="*/ 788614 w 2744608"/>
              <a:gd name="connsiteY7" fmla="*/ 2750102 h 2750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44608" h="2750102">
                <a:moveTo>
                  <a:pt x="2168002" y="0"/>
                </a:moveTo>
                <a:lnTo>
                  <a:pt x="2744608" y="0"/>
                </a:lnTo>
                <a:lnTo>
                  <a:pt x="1956067" y="2750102"/>
                </a:lnTo>
                <a:lnTo>
                  <a:pt x="1379460" y="2750102"/>
                </a:lnTo>
                <a:close/>
                <a:moveTo>
                  <a:pt x="0" y="0"/>
                </a:moveTo>
                <a:lnTo>
                  <a:pt x="576606" y="0"/>
                </a:lnTo>
                <a:lnTo>
                  <a:pt x="1365221" y="2750102"/>
                </a:lnTo>
                <a:lnTo>
                  <a:pt x="788614" y="2750102"/>
                </a:lnTo>
                <a:close/>
              </a:path>
            </a:pathLst>
          </a:custGeom>
          <a:solidFill>
            <a:srgbClr val="FDCD38"/>
          </a:solidFill>
          <a:ln w="72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26048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Photo Color 05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Person, Supermarkt, Softdrink, Einzelhandelsgeschäft enthält.&#10;&#10;KI-generierte Inhalte können fehlerhaft sein.">
            <a:extLst>
              <a:ext uri="{FF2B5EF4-FFF2-40B4-BE49-F238E27FC236}">
                <a16:creationId xmlns:a16="http://schemas.microsoft.com/office/drawing/2014/main" id="{C386883D-D887-D1E1-1B9A-9206E5E33C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828" r="36912" b="1719"/>
          <a:stretch>
            <a:fillRect/>
          </a:stretch>
        </p:blipFill>
        <p:spPr>
          <a:xfrm>
            <a:off x="4854852" y="0"/>
            <a:ext cx="7337147" cy="6858000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077D82F9-F0DE-09A3-4082-79DACB8798A9}"/>
              </a:ext>
            </a:extLst>
          </p:cNvPr>
          <p:cNvSpPr/>
          <p:nvPr/>
        </p:nvSpPr>
        <p:spPr bwMode="gray">
          <a:xfrm>
            <a:off x="0" y="0"/>
            <a:ext cx="11734800" cy="6860929"/>
          </a:xfrm>
          <a:prstGeom prst="rect">
            <a:avLst/>
          </a:prstGeom>
          <a:gradFill>
            <a:gsLst>
              <a:gs pos="43000">
                <a:schemeClr val="accent1"/>
              </a:gs>
              <a:gs pos="80000">
                <a:schemeClr val="accent1">
                  <a:alpha val="0"/>
                </a:schemeClr>
              </a:gs>
              <a:gs pos="62000">
                <a:schemeClr val="accent1">
                  <a:alpha val="60000"/>
                </a:schemeClr>
              </a:gs>
            </a:gsLst>
            <a:lin ang="21594000" scaled="0"/>
          </a:gra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de-DE" sz="1400"/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4AA93B9A-5893-0B50-BF41-0D61F324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>
            <a:off x="7349366" y="1285694"/>
            <a:ext cx="4296847" cy="4296847"/>
          </a:xfrm>
          <a:custGeom>
            <a:avLst/>
            <a:gdLst>
              <a:gd name="connsiteX0" fmla="*/ 303556 w 3992230"/>
              <a:gd name="connsiteY0" fmla="*/ 303556 h 3992230"/>
              <a:gd name="connsiteX1" fmla="*/ 303556 w 3992230"/>
              <a:gd name="connsiteY1" fmla="*/ 3688674 h 3992230"/>
              <a:gd name="connsiteX2" fmla="*/ 3688674 w 3992230"/>
              <a:gd name="connsiteY2" fmla="*/ 3688674 h 3992230"/>
              <a:gd name="connsiteX3" fmla="*/ 3688617 w 3992230"/>
              <a:gd name="connsiteY3" fmla="*/ 3688617 h 3992230"/>
              <a:gd name="connsiteX4" fmla="*/ 3688617 w 3992230"/>
              <a:gd name="connsiteY4" fmla="*/ 303556 h 3992230"/>
              <a:gd name="connsiteX5" fmla="*/ 637645 w 3992230"/>
              <a:gd name="connsiteY5" fmla="*/ 0 h 3992230"/>
              <a:gd name="connsiteX6" fmla="*/ 3354585 w 3992230"/>
              <a:gd name="connsiteY6" fmla="*/ 0 h 3992230"/>
              <a:gd name="connsiteX7" fmla="*/ 3992230 w 3992230"/>
              <a:gd name="connsiteY7" fmla="*/ 637645 h 3992230"/>
              <a:gd name="connsiteX8" fmla="*/ 3992230 w 3992230"/>
              <a:gd name="connsiteY8" fmla="*/ 3354585 h 3992230"/>
              <a:gd name="connsiteX9" fmla="*/ 3354585 w 3992230"/>
              <a:gd name="connsiteY9" fmla="*/ 3992230 h 3992230"/>
              <a:gd name="connsiteX10" fmla="*/ 637645 w 3992230"/>
              <a:gd name="connsiteY10" fmla="*/ 3992230 h 3992230"/>
              <a:gd name="connsiteX11" fmla="*/ 0 w 3992230"/>
              <a:gd name="connsiteY11" fmla="*/ 3354585 h 3992230"/>
              <a:gd name="connsiteX12" fmla="*/ 0 w 3992230"/>
              <a:gd name="connsiteY12" fmla="*/ 637645 h 3992230"/>
              <a:gd name="connsiteX13" fmla="*/ 637645 w 3992230"/>
              <a:gd name="connsiteY13" fmla="*/ 0 h 399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92230" h="3992230">
                <a:moveTo>
                  <a:pt x="303556" y="303556"/>
                </a:moveTo>
                <a:lnTo>
                  <a:pt x="303556" y="3688674"/>
                </a:lnTo>
                <a:lnTo>
                  <a:pt x="3688674" y="3688674"/>
                </a:lnTo>
                <a:lnTo>
                  <a:pt x="3688617" y="3688617"/>
                </a:lnTo>
                <a:lnTo>
                  <a:pt x="3688617" y="303556"/>
                </a:lnTo>
                <a:close/>
                <a:moveTo>
                  <a:pt x="637645" y="0"/>
                </a:moveTo>
                <a:lnTo>
                  <a:pt x="3354585" y="0"/>
                </a:lnTo>
                <a:cubicBezTo>
                  <a:pt x="3706765" y="0"/>
                  <a:pt x="3992230" y="285465"/>
                  <a:pt x="3992230" y="637645"/>
                </a:cubicBezTo>
                <a:lnTo>
                  <a:pt x="3992230" y="3354585"/>
                </a:lnTo>
                <a:cubicBezTo>
                  <a:pt x="3992230" y="3706765"/>
                  <a:pt x="3706765" y="3992230"/>
                  <a:pt x="3354585" y="3992230"/>
                </a:cubicBezTo>
                <a:lnTo>
                  <a:pt x="637645" y="3992230"/>
                </a:lnTo>
                <a:cubicBezTo>
                  <a:pt x="285465" y="3992230"/>
                  <a:pt x="0" y="3706765"/>
                  <a:pt x="0" y="3354585"/>
                </a:cubicBezTo>
                <a:lnTo>
                  <a:pt x="0" y="637645"/>
                </a:lnTo>
                <a:cubicBezTo>
                  <a:pt x="0" y="285465"/>
                  <a:pt x="285465" y="0"/>
                  <a:pt x="637645" y="0"/>
                </a:cubicBezTo>
                <a:close/>
              </a:path>
            </a:pathLst>
          </a:custGeom>
          <a:solidFill>
            <a:srgbClr val="FDCD38"/>
          </a:solidFill>
          <a:ln w="5701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DB145-611B-E784-E402-0C9DC60FC7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0" y="2096237"/>
            <a:ext cx="6229350" cy="2257425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66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CF013-5ACD-8BF9-86CF-366DFC41A9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57200" y="4761763"/>
            <a:ext cx="2502670" cy="360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 wrap="none" lIns="180000" rIns="180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US"/>
              <a:t>[Presentation Subtitle]</a:t>
            </a:r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381D2007-8B33-5E76-0275-7BC4AB9C1368}"/>
              </a:ext>
            </a:extLst>
          </p:cNvPr>
          <p:cNvSpPr>
            <a:spLocks noChangeAspect="1"/>
          </p:cNvSpPr>
          <p:nvPr/>
        </p:nvSpPr>
        <p:spPr bwMode="gray">
          <a:xfrm>
            <a:off x="454340" y="544847"/>
            <a:ext cx="1160842" cy="290622"/>
          </a:xfrm>
          <a:custGeom>
            <a:avLst/>
            <a:gdLst>
              <a:gd name="csX0" fmla="*/ 278657 w 1160842"/>
              <a:gd name="csY0" fmla="*/ 203146 h 290622"/>
              <a:gd name="csX1" fmla="*/ 278657 w 1160842"/>
              <a:gd name="csY1" fmla="*/ 94011 h 290622"/>
              <a:gd name="csX2" fmla="*/ 330567 w 1160842"/>
              <a:gd name="csY2" fmla="*/ 94011 h 290622"/>
              <a:gd name="csX3" fmla="*/ 330567 w 1160842"/>
              <a:gd name="csY3" fmla="*/ 199469 h 290622"/>
              <a:gd name="csX4" fmla="*/ 367356 w 1160842"/>
              <a:gd name="csY4" fmla="*/ 244837 h 290622"/>
              <a:gd name="csX5" fmla="*/ 404959 w 1160842"/>
              <a:gd name="csY5" fmla="*/ 199469 h 290622"/>
              <a:gd name="csX6" fmla="*/ 404959 w 1160842"/>
              <a:gd name="csY6" fmla="*/ 94011 h 290622"/>
              <a:gd name="csX7" fmla="*/ 456869 w 1160842"/>
              <a:gd name="csY7" fmla="*/ 94011 h 290622"/>
              <a:gd name="csX8" fmla="*/ 456869 w 1160842"/>
              <a:gd name="csY8" fmla="*/ 203555 h 290622"/>
              <a:gd name="csX9" fmla="*/ 367356 w 1160842"/>
              <a:gd name="csY9" fmla="*/ 290619 h 290622"/>
              <a:gd name="csX10" fmla="*/ 278656 w 1160842"/>
              <a:gd name="csY10" fmla="*/ 203146 h 290622"/>
              <a:gd name="csX11" fmla="*/ 483886 w 1160842"/>
              <a:gd name="csY11" fmla="*/ 228487 h 290622"/>
              <a:gd name="csX12" fmla="*/ 529668 w 1160842"/>
              <a:gd name="csY12" fmla="*/ 228487 h 290622"/>
              <a:gd name="csX13" fmla="*/ 561753 w 1160842"/>
              <a:gd name="csY13" fmla="*/ 250150 h 290622"/>
              <a:gd name="csX14" fmla="*/ 586888 w 1160842"/>
              <a:gd name="csY14" fmla="*/ 233802 h 290622"/>
              <a:gd name="csX15" fmla="*/ 488786 w 1160842"/>
              <a:gd name="csY15" fmla="*/ 147558 h 290622"/>
              <a:gd name="csX16" fmla="*/ 558681 w 1160842"/>
              <a:gd name="csY16" fmla="*/ 89924 h 290622"/>
              <a:gd name="csX17" fmla="*/ 632255 w 1160842"/>
              <a:gd name="csY17" fmla="*/ 149600 h 290622"/>
              <a:gd name="csX18" fmla="*/ 586468 w 1160842"/>
              <a:gd name="csY18" fmla="*/ 149600 h 290622"/>
              <a:gd name="csX19" fmla="*/ 560105 w 1160842"/>
              <a:gd name="csY19" fmla="*/ 130391 h 290622"/>
              <a:gd name="csX20" fmla="*/ 536607 w 1160842"/>
              <a:gd name="csY20" fmla="*/ 147558 h 290622"/>
              <a:gd name="csX21" fmla="*/ 635936 w 1160842"/>
              <a:gd name="csY21" fmla="*/ 233802 h 290622"/>
              <a:gd name="csX22" fmla="*/ 563175 w 1160842"/>
              <a:gd name="csY22" fmla="*/ 290618 h 290622"/>
              <a:gd name="csX23" fmla="*/ 483883 w 1160842"/>
              <a:gd name="csY23" fmla="*/ 228487 h 290622"/>
              <a:gd name="csX24" fmla="*/ 661713 w 1160842"/>
              <a:gd name="csY24" fmla="*/ 31879 h 290622"/>
              <a:gd name="csX25" fmla="*/ 694410 w 1160842"/>
              <a:gd name="csY25" fmla="*/ 0 h 290622"/>
              <a:gd name="csX26" fmla="*/ 726704 w 1160842"/>
              <a:gd name="csY26" fmla="*/ 31879 h 290622"/>
              <a:gd name="csX27" fmla="*/ 694410 w 1160842"/>
              <a:gd name="csY27" fmla="*/ 63354 h 290622"/>
              <a:gd name="csX28" fmla="*/ 661713 w 1160842"/>
              <a:gd name="csY28" fmla="*/ 31879 h 290622"/>
              <a:gd name="csX29" fmla="*/ 668660 w 1160842"/>
              <a:gd name="csY29" fmla="*/ 286122 h 290622"/>
              <a:gd name="csX30" fmla="*/ 668660 w 1160842"/>
              <a:gd name="csY30" fmla="*/ 94011 h 290622"/>
              <a:gd name="csX31" fmla="*/ 720161 w 1160842"/>
              <a:gd name="csY31" fmla="*/ 94011 h 290622"/>
              <a:gd name="csX32" fmla="*/ 720161 w 1160842"/>
              <a:gd name="csY32" fmla="*/ 286122 h 290622"/>
              <a:gd name="csX33" fmla="*/ 668660 w 1160842"/>
              <a:gd name="csY33" fmla="*/ 286122 h 290622"/>
              <a:gd name="csX34" fmla="*/ 750435 w 1160842"/>
              <a:gd name="csY34" fmla="*/ 190065 h 290622"/>
              <a:gd name="csX35" fmla="*/ 853033 w 1160842"/>
              <a:gd name="csY35" fmla="*/ 89922 h 290622"/>
              <a:gd name="csX36" fmla="*/ 955625 w 1160842"/>
              <a:gd name="csY36" fmla="*/ 190065 h 290622"/>
              <a:gd name="csX37" fmla="*/ 853033 w 1160842"/>
              <a:gd name="csY37" fmla="*/ 290618 h 290622"/>
              <a:gd name="csX38" fmla="*/ 750435 w 1160842"/>
              <a:gd name="csY38" fmla="*/ 190065 h 290622"/>
              <a:gd name="csX39" fmla="*/ 904535 w 1160842"/>
              <a:gd name="csY39" fmla="*/ 190065 h 290622"/>
              <a:gd name="csX40" fmla="*/ 853034 w 1160842"/>
              <a:gd name="csY40" fmla="*/ 134886 h 290622"/>
              <a:gd name="csX41" fmla="*/ 801533 w 1160842"/>
              <a:gd name="csY41" fmla="*/ 190065 h 290622"/>
              <a:gd name="csX42" fmla="*/ 853034 w 1160842"/>
              <a:gd name="csY42" fmla="*/ 245245 h 290622"/>
              <a:gd name="csX43" fmla="*/ 904535 w 1160842"/>
              <a:gd name="csY43" fmla="*/ 190065 h 290622"/>
              <a:gd name="csX44" fmla="*/ 981402 w 1160842"/>
              <a:gd name="csY44" fmla="*/ 286122 h 290622"/>
              <a:gd name="csX45" fmla="*/ 981402 w 1160842"/>
              <a:gd name="csY45" fmla="*/ 176987 h 290622"/>
              <a:gd name="csX46" fmla="*/ 1071324 w 1160842"/>
              <a:gd name="csY46" fmla="*/ 89924 h 290622"/>
              <a:gd name="csX47" fmla="*/ 1160843 w 1160842"/>
              <a:gd name="csY47" fmla="*/ 176987 h 290622"/>
              <a:gd name="csX48" fmla="*/ 1160843 w 1160842"/>
              <a:gd name="csY48" fmla="*/ 286122 h 290622"/>
              <a:gd name="csX49" fmla="*/ 1109342 w 1160842"/>
              <a:gd name="csY49" fmla="*/ 286122 h 290622"/>
              <a:gd name="csX50" fmla="*/ 1109342 w 1160842"/>
              <a:gd name="csY50" fmla="*/ 181073 h 290622"/>
              <a:gd name="csX51" fmla="*/ 1071324 w 1160842"/>
              <a:gd name="csY51" fmla="*/ 135297 h 290622"/>
              <a:gd name="csX52" fmla="*/ 1033312 w 1160842"/>
              <a:gd name="csY52" fmla="*/ 181073 h 290622"/>
              <a:gd name="csX53" fmla="*/ 1033312 w 1160842"/>
              <a:gd name="csY53" fmla="*/ 286122 h 290622"/>
              <a:gd name="csX54" fmla="*/ 981402 w 1160842"/>
              <a:gd name="csY54" fmla="*/ 286122 h 290622"/>
              <a:gd name="csX55" fmla="*/ 278209 w 1160842"/>
              <a:gd name="csY55" fmla="*/ 7357 h 290622"/>
              <a:gd name="csX56" fmla="*/ 198274 w 1160842"/>
              <a:gd name="csY56" fmla="*/ 286122 h 290622"/>
              <a:gd name="csX57" fmla="*/ 139826 w 1160842"/>
              <a:gd name="csY57" fmla="*/ 286122 h 290622"/>
              <a:gd name="csX58" fmla="*/ 219761 w 1160842"/>
              <a:gd name="csY58" fmla="*/ 7357 h 290622"/>
              <a:gd name="csX59" fmla="*/ 278209 w 1160842"/>
              <a:gd name="csY59" fmla="*/ 7357 h 290622"/>
              <a:gd name="csX60" fmla="*/ 138384 w 1160842"/>
              <a:gd name="csY60" fmla="*/ 286122 h 290622"/>
              <a:gd name="csX61" fmla="*/ 58448 w 1160842"/>
              <a:gd name="csY61" fmla="*/ 7357 h 290622"/>
              <a:gd name="csX62" fmla="*/ 0 w 1160842"/>
              <a:gd name="csY62" fmla="*/ 7357 h 290622"/>
              <a:gd name="csX63" fmla="*/ 79935 w 1160842"/>
              <a:gd name="csY63" fmla="*/ 286122 h 290622"/>
              <a:gd name="csX64" fmla="*/ 138384 w 1160842"/>
              <a:gd name="csY64" fmla="*/ 286122 h 2906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160842" h="290622">
                <a:moveTo>
                  <a:pt x="278657" y="203146"/>
                </a:moveTo>
                <a:lnTo>
                  <a:pt x="278657" y="94011"/>
                </a:lnTo>
                <a:lnTo>
                  <a:pt x="330567" y="94011"/>
                </a:lnTo>
                <a:lnTo>
                  <a:pt x="330567" y="199469"/>
                </a:lnTo>
                <a:cubicBezTo>
                  <a:pt x="330567" y="227261"/>
                  <a:pt x="342828" y="244433"/>
                  <a:pt x="367356" y="244837"/>
                </a:cubicBezTo>
                <a:cubicBezTo>
                  <a:pt x="393516" y="245246"/>
                  <a:pt x="404959" y="228079"/>
                  <a:pt x="404959" y="199469"/>
                </a:cubicBezTo>
                <a:lnTo>
                  <a:pt x="404959" y="94011"/>
                </a:lnTo>
                <a:lnTo>
                  <a:pt x="456869" y="94011"/>
                </a:lnTo>
                <a:lnTo>
                  <a:pt x="456869" y="203555"/>
                </a:lnTo>
                <a:cubicBezTo>
                  <a:pt x="456869" y="252607"/>
                  <a:pt x="420490" y="291028"/>
                  <a:pt x="367356" y="290619"/>
                </a:cubicBezTo>
                <a:cubicBezTo>
                  <a:pt x="310540" y="290210"/>
                  <a:pt x="278656" y="253830"/>
                  <a:pt x="278656" y="203146"/>
                </a:cubicBezTo>
                <a:close/>
                <a:moveTo>
                  <a:pt x="483886" y="228487"/>
                </a:moveTo>
                <a:lnTo>
                  <a:pt x="529668" y="228487"/>
                </a:lnTo>
                <a:cubicBezTo>
                  <a:pt x="532123" y="243204"/>
                  <a:pt x="547452" y="250150"/>
                  <a:pt x="561753" y="250150"/>
                </a:cubicBezTo>
                <a:cubicBezTo>
                  <a:pt x="576471" y="250150"/>
                  <a:pt x="586888" y="243204"/>
                  <a:pt x="586888" y="233802"/>
                </a:cubicBezTo>
                <a:cubicBezTo>
                  <a:pt x="586888" y="202736"/>
                  <a:pt x="488786" y="221950"/>
                  <a:pt x="488786" y="147558"/>
                </a:cubicBezTo>
                <a:cubicBezTo>
                  <a:pt x="488786" y="115673"/>
                  <a:pt x="515355" y="89924"/>
                  <a:pt x="558681" y="89924"/>
                </a:cubicBezTo>
                <a:cubicBezTo>
                  <a:pt x="600785" y="89514"/>
                  <a:pt x="629396" y="111996"/>
                  <a:pt x="632255" y="149600"/>
                </a:cubicBezTo>
                <a:lnTo>
                  <a:pt x="586468" y="149600"/>
                </a:lnTo>
                <a:cubicBezTo>
                  <a:pt x="584422" y="138157"/>
                  <a:pt x="574004" y="130391"/>
                  <a:pt x="560105" y="130391"/>
                </a:cubicBezTo>
                <a:cubicBezTo>
                  <a:pt x="546616" y="130391"/>
                  <a:pt x="536607" y="137746"/>
                  <a:pt x="536607" y="147558"/>
                </a:cubicBezTo>
                <a:cubicBezTo>
                  <a:pt x="536607" y="177395"/>
                  <a:pt x="635936" y="160228"/>
                  <a:pt x="635936" y="233802"/>
                </a:cubicBezTo>
                <a:cubicBezTo>
                  <a:pt x="635936" y="268136"/>
                  <a:pt x="602415" y="290618"/>
                  <a:pt x="563175" y="290618"/>
                </a:cubicBezTo>
                <a:cubicBezTo>
                  <a:pt x="518626" y="290618"/>
                  <a:pt x="486742" y="264866"/>
                  <a:pt x="483883" y="228487"/>
                </a:cubicBezTo>
                <a:close/>
                <a:moveTo>
                  <a:pt x="661713" y="31879"/>
                </a:moveTo>
                <a:cubicBezTo>
                  <a:pt x="661713" y="14303"/>
                  <a:pt x="676425" y="0"/>
                  <a:pt x="694410" y="0"/>
                </a:cubicBezTo>
                <a:cubicBezTo>
                  <a:pt x="711986" y="0"/>
                  <a:pt x="726704" y="14303"/>
                  <a:pt x="726704" y="31879"/>
                </a:cubicBezTo>
                <a:cubicBezTo>
                  <a:pt x="726704" y="49455"/>
                  <a:pt x="711986" y="63354"/>
                  <a:pt x="694410" y="63354"/>
                </a:cubicBezTo>
                <a:cubicBezTo>
                  <a:pt x="676425" y="63354"/>
                  <a:pt x="661713" y="49456"/>
                  <a:pt x="661713" y="31879"/>
                </a:cubicBezTo>
                <a:close/>
                <a:moveTo>
                  <a:pt x="668660" y="286122"/>
                </a:moveTo>
                <a:lnTo>
                  <a:pt x="668660" y="94011"/>
                </a:lnTo>
                <a:lnTo>
                  <a:pt x="720161" y="94011"/>
                </a:lnTo>
                <a:lnTo>
                  <a:pt x="720161" y="286122"/>
                </a:lnTo>
                <a:lnTo>
                  <a:pt x="668660" y="286122"/>
                </a:lnTo>
                <a:close/>
                <a:moveTo>
                  <a:pt x="750435" y="190065"/>
                </a:moveTo>
                <a:cubicBezTo>
                  <a:pt x="750435" y="133250"/>
                  <a:pt x="793357" y="89922"/>
                  <a:pt x="853033" y="89922"/>
                </a:cubicBezTo>
                <a:cubicBezTo>
                  <a:pt x="912709" y="89922"/>
                  <a:pt x="955625" y="133250"/>
                  <a:pt x="955625" y="190065"/>
                </a:cubicBezTo>
                <a:cubicBezTo>
                  <a:pt x="955625" y="246881"/>
                  <a:pt x="912707" y="290618"/>
                  <a:pt x="853033" y="290618"/>
                </a:cubicBezTo>
                <a:cubicBezTo>
                  <a:pt x="793358" y="290618"/>
                  <a:pt x="750435" y="246881"/>
                  <a:pt x="750435" y="190065"/>
                </a:cubicBezTo>
                <a:close/>
                <a:moveTo>
                  <a:pt x="904535" y="190065"/>
                </a:moveTo>
                <a:cubicBezTo>
                  <a:pt x="904535" y="157772"/>
                  <a:pt x="882871" y="134886"/>
                  <a:pt x="853034" y="134886"/>
                </a:cubicBezTo>
                <a:cubicBezTo>
                  <a:pt x="823197" y="134886"/>
                  <a:pt x="801533" y="157772"/>
                  <a:pt x="801533" y="190065"/>
                </a:cubicBezTo>
                <a:cubicBezTo>
                  <a:pt x="801533" y="222768"/>
                  <a:pt x="823197" y="245245"/>
                  <a:pt x="853034" y="245245"/>
                </a:cubicBezTo>
                <a:cubicBezTo>
                  <a:pt x="882871" y="245245"/>
                  <a:pt x="904535" y="222768"/>
                  <a:pt x="904535" y="190065"/>
                </a:cubicBezTo>
                <a:close/>
                <a:moveTo>
                  <a:pt x="981402" y="286122"/>
                </a:moveTo>
                <a:lnTo>
                  <a:pt x="981402" y="176987"/>
                </a:lnTo>
                <a:cubicBezTo>
                  <a:pt x="981402" y="126305"/>
                  <a:pt x="1013696" y="89924"/>
                  <a:pt x="1071324" y="89924"/>
                </a:cubicBezTo>
                <a:cubicBezTo>
                  <a:pt x="1128549" y="89924"/>
                  <a:pt x="1160843" y="126303"/>
                  <a:pt x="1160843" y="176987"/>
                </a:cubicBezTo>
                <a:lnTo>
                  <a:pt x="1160843" y="286122"/>
                </a:lnTo>
                <a:lnTo>
                  <a:pt x="1109342" y="286122"/>
                </a:lnTo>
                <a:lnTo>
                  <a:pt x="1109342" y="181073"/>
                </a:lnTo>
                <a:cubicBezTo>
                  <a:pt x="1109342" y="152873"/>
                  <a:pt x="1096666" y="135297"/>
                  <a:pt x="1071324" y="135297"/>
                </a:cubicBezTo>
                <a:cubicBezTo>
                  <a:pt x="1045982" y="135297"/>
                  <a:pt x="1033312" y="152873"/>
                  <a:pt x="1033312" y="181073"/>
                </a:cubicBezTo>
                <a:lnTo>
                  <a:pt x="1033312" y="286122"/>
                </a:lnTo>
                <a:lnTo>
                  <a:pt x="981402" y="286122"/>
                </a:lnTo>
                <a:close/>
                <a:moveTo>
                  <a:pt x="278209" y="7357"/>
                </a:moveTo>
                <a:lnTo>
                  <a:pt x="198274" y="286122"/>
                </a:lnTo>
                <a:lnTo>
                  <a:pt x="139826" y="286122"/>
                </a:lnTo>
                <a:lnTo>
                  <a:pt x="219761" y="7357"/>
                </a:lnTo>
                <a:lnTo>
                  <a:pt x="278209" y="7357"/>
                </a:lnTo>
                <a:close/>
                <a:moveTo>
                  <a:pt x="138384" y="286122"/>
                </a:moveTo>
                <a:lnTo>
                  <a:pt x="58448" y="7357"/>
                </a:lnTo>
                <a:lnTo>
                  <a:pt x="0" y="7357"/>
                </a:lnTo>
                <a:cubicBezTo>
                  <a:pt x="0" y="7357"/>
                  <a:pt x="79935" y="286122"/>
                  <a:pt x="79935" y="286122"/>
                </a:cubicBezTo>
                <a:lnTo>
                  <a:pt x="138384" y="286122"/>
                </a:lnTo>
                <a:close/>
              </a:path>
            </a:pathLst>
          </a:custGeom>
          <a:solidFill>
            <a:schemeClr val="tx1"/>
          </a:solidFill>
          <a:ln w="134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7A17108-4E2F-3381-C5E6-ABD75EE6435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2" r="12"/>
          <a:stretch/>
        </p:blipFill>
        <p:spPr>
          <a:xfrm>
            <a:off x="3715109" y="79622"/>
            <a:ext cx="8211031" cy="6785436"/>
          </a:xfrm>
          <a:prstGeom prst="rect">
            <a:avLst/>
          </a:prstGeom>
        </p:spPr>
      </p:pic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70CE6C77-5CA1-2D95-AA0B-DD5A7DC3A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8331996" y="2265991"/>
            <a:ext cx="2331586" cy="2336253"/>
          </a:xfrm>
          <a:custGeom>
            <a:avLst/>
            <a:gdLst>
              <a:gd name="connsiteX0" fmla="*/ 2168002 w 2744608"/>
              <a:gd name="connsiteY0" fmla="*/ 0 h 2750102"/>
              <a:gd name="connsiteX1" fmla="*/ 2744608 w 2744608"/>
              <a:gd name="connsiteY1" fmla="*/ 0 h 2750102"/>
              <a:gd name="connsiteX2" fmla="*/ 1956067 w 2744608"/>
              <a:gd name="connsiteY2" fmla="*/ 2750102 h 2750102"/>
              <a:gd name="connsiteX3" fmla="*/ 1379460 w 2744608"/>
              <a:gd name="connsiteY3" fmla="*/ 2750102 h 2750102"/>
              <a:gd name="connsiteX4" fmla="*/ 0 w 2744608"/>
              <a:gd name="connsiteY4" fmla="*/ 0 h 2750102"/>
              <a:gd name="connsiteX5" fmla="*/ 576606 w 2744608"/>
              <a:gd name="connsiteY5" fmla="*/ 0 h 2750102"/>
              <a:gd name="connsiteX6" fmla="*/ 1365221 w 2744608"/>
              <a:gd name="connsiteY6" fmla="*/ 2750102 h 2750102"/>
              <a:gd name="connsiteX7" fmla="*/ 788614 w 2744608"/>
              <a:gd name="connsiteY7" fmla="*/ 2750102 h 2750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44608" h="2750102">
                <a:moveTo>
                  <a:pt x="2168002" y="0"/>
                </a:moveTo>
                <a:lnTo>
                  <a:pt x="2744608" y="0"/>
                </a:lnTo>
                <a:lnTo>
                  <a:pt x="1956067" y="2750102"/>
                </a:lnTo>
                <a:lnTo>
                  <a:pt x="1379460" y="2750102"/>
                </a:lnTo>
                <a:close/>
                <a:moveTo>
                  <a:pt x="0" y="0"/>
                </a:moveTo>
                <a:lnTo>
                  <a:pt x="576606" y="0"/>
                </a:lnTo>
                <a:lnTo>
                  <a:pt x="1365221" y="2750102"/>
                </a:lnTo>
                <a:lnTo>
                  <a:pt x="788614" y="2750102"/>
                </a:lnTo>
                <a:close/>
              </a:path>
            </a:pathLst>
          </a:custGeom>
          <a:solidFill>
            <a:srgbClr val="FDCD38"/>
          </a:solidFill>
          <a:ln w="72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8217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Photo Light 06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Person, Kleidung, Geschäft, Supermarkt enthält.&#10;&#10;KI-generierte Inhalte können fehlerhaft sein.">
            <a:extLst>
              <a:ext uri="{FF2B5EF4-FFF2-40B4-BE49-F238E27FC236}">
                <a16:creationId xmlns:a16="http://schemas.microsoft.com/office/drawing/2014/main" id="{880CF224-7B80-C118-C010-EEC5EA1B52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0880"/>
          <a:stretch>
            <a:fillRect/>
          </a:stretch>
        </p:blipFill>
        <p:spPr>
          <a:xfrm>
            <a:off x="4063705" y="0"/>
            <a:ext cx="8128294" cy="6858000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C8103713-A803-33F3-E4B1-6C7AC3A2C632}"/>
              </a:ext>
            </a:extLst>
          </p:cNvPr>
          <p:cNvSpPr/>
          <p:nvPr userDrawn="1"/>
        </p:nvSpPr>
        <p:spPr bwMode="gray">
          <a:xfrm>
            <a:off x="1" y="0"/>
            <a:ext cx="12191999" cy="6860929"/>
          </a:xfrm>
          <a:prstGeom prst="rect">
            <a:avLst/>
          </a:prstGeom>
          <a:gradFill>
            <a:gsLst>
              <a:gs pos="42000">
                <a:srgbClr val="FDF6E3"/>
              </a:gs>
              <a:gs pos="83000">
                <a:srgbClr val="FDF6E3">
                  <a:alpha val="29000"/>
                </a:srgbClr>
              </a:gs>
              <a:gs pos="65000">
                <a:srgbClr val="FDF6E3">
                  <a:alpha val="70000"/>
                </a:srgbClr>
              </a:gs>
            </a:gsLst>
            <a:lin ang="21000000" scaled="0"/>
          </a:gra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de-DE" sz="1400"/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4AA93B9A-5893-0B50-BF41-0D61F324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7349366" y="1285694"/>
            <a:ext cx="4296847" cy="4296847"/>
          </a:xfrm>
          <a:custGeom>
            <a:avLst/>
            <a:gdLst>
              <a:gd name="connsiteX0" fmla="*/ 303556 w 3992230"/>
              <a:gd name="connsiteY0" fmla="*/ 303556 h 3992230"/>
              <a:gd name="connsiteX1" fmla="*/ 303556 w 3992230"/>
              <a:gd name="connsiteY1" fmla="*/ 3688674 h 3992230"/>
              <a:gd name="connsiteX2" fmla="*/ 3688674 w 3992230"/>
              <a:gd name="connsiteY2" fmla="*/ 3688674 h 3992230"/>
              <a:gd name="connsiteX3" fmla="*/ 3688617 w 3992230"/>
              <a:gd name="connsiteY3" fmla="*/ 3688617 h 3992230"/>
              <a:gd name="connsiteX4" fmla="*/ 3688617 w 3992230"/>
              <a:gd name="connsiteY4" fmla="*/ 303556 h 3992230"/>
              <a:gd name="connsiteX5" fmla="*/ 637645 w 3992230"/>
              <a:gd name="connsiteY5" fmla="*/ 0 h 3992230"/>
              <a:gd name="connsiteX6" fmla="*/ 3354585 w 3992230"/>
              <a:gd name="connsiteY6" fmla="*/ 0 h 3992230"/>
              <a:gd name="connsiteX7" fmla="*/ 3992230 w 3992230"/>
              <a:gd name="connsiteY7" fmla="*/ 637645 h 3992230"/>
              <a:gd name="connsiteX8" fmla="*/ 3992230 w 3992230"/>
              <a:gd name="connsiteY8" fmla="*/ 3354585 h 3992230"/>
              <a:gd name="connsiteX9" fmla="*/ 3354585 w 3992230"/>
              <a:gd name="connsiteY9" fmla="*/ 3992230 h 3992230"/>
              <a:gd name="connsiteX10" fmla="*/ 637645 w 3992230"/>
              <a:gd name="connsiteY10" fmla="*/ 3992230 h 3992230"/>
              <a:gd name="connsiteX11" fmla="*/ 0 w 3992230"/>
              <a:gd name="connsiteY11" fmla="*/ 3354585 h 3992230"/>
              <a:gd name="connsiteX12" fmla="*/ 0 w 3992230"/>
              <a:gd name="connsiteY12" fmla="*/ 637645 h 3992230"/>
              <a:gd name="connsiteX13" fmla="*/ 637645 w 3992230"/>
              <a:gd name="connsiteY13" fmla="*/ 0 h 399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92230" h="3992230">
                <a:moveTo>
                  <a:pt x="303556" y="303556"/>
                </a:moveTo>
                <a:lnTo>
                  <a:pt x="303556" y="3688674"/>
                </a:lnTo>
                <a:lnTo>
                  <a:pt x="3688674" y="3688674"/>
                </a:lnTo>
                <a:lnTo>
                  <a:pt x="3688617" y="3688617"/>
                </a:lnTo>
                <a:lnTo>
                  <a:pt x="3688617" y="303556"/>
                </a:lnTo>
                <a:close/>
                <a:moveTo>
                  <a:pt x="637645" y="0"/>
                </a:moveTo>
                <a:lnTo>
                  <a:pt x="3354585" y="0"/>
                </a:lnTo>
                <a:cubicBezTo>
                  <a:pt x="3706765" y="0"/>
                  <a:pt x="3992230" y="285465"/>
                  <a:pt x="3992230" y="637645"/>
                </a:cubicBezTo>
                <a:lnTo>
                  <a:pt x="3992230" y="3354585"/>
                </a:lnTo>
                <a:cubicBezTo>
                  <a:pt x="3992230" y="3706765"/>
                  <a:pt x="3706765" y="3992230"/>
                  <a:pt x="3354585" y="3992230"/>
                </a:cubicBezTo>
                <a:lnTo>
                  <a:pt x="637645" y="3992230"/>
                </a:lnTo>
                <a:cubicBezTo>
                  <a:pt x="285465" y="3992230"/>
                  <a:pt x="0" y="3706765"/>
                  <a:pt x="0" y="3354585"/>
                </a:cubicBezTo>
                <a:lnTo>
                  <a:pt x="0" y="637645"/>
                </a:lnTo>
                <a:cubicBezTo>
                  <a:pt x="0" y="285465"/>
                  <a:pt x="285465" y="0"/>
                  <a:pt x="637645" y="0"/>
                </a:cubicBezTo>
                <a:close/>
              </a:path>
            </a:pathLst>
          </a:custGeom>
          <a:solidFill>
            <a:srgbClr val="FDCD38"/>
          </a:solidFill>
          <a:ln w="5701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DB145-611B-E784-E402-0C9DC60FC7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0" y="2096237"/>
            <a:ext cx="6229350" cy="2257425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66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CF013-5ACD-8BF9-86CF-366DFC41A9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57200" y="4761763"/>
            <a:ext cx="2502670" cy="36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rIns="180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US"/>
              <a:t>[Presentation Subtitle]</a:t>
            </a:r>
          </a:p>
        </p:txBody>
      </p:sp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631B75B7-E4A9-E6DC-9E41-DE4C04F1E947}"/>
              </a:ext>
            </a:extLst>
          </p:cNvPr>
          <p:cNvSpPr>
            <a:spLocks noChangeAspect="1"/>
          </p:cNvSpPr>
          <p:nvPr/>
        </p:nvSpPr>
        <p:spPr bwMode="gray">
          <a:xfrm>
            <a:off x="454340" y="544847"/>
            <a:ext cx="1160842" cy="290622"/>
          </a:xfrm>
          <a:custGeom>
            <a:avLst/>
            <a:gdLst>
              <a:gd name="csX0" fmla="*/ 278657 w 1160842"/>
              <a:gd name="csY0" fmla="*/ 203146 h 290622"/>
              <a:gd name="csX1" fmla="*/ 278657 w 1160842"/>
              <a:gd name="csY1" fmla="*/ 94011 h 290622"/>
              <a:gd name="csX2" fmla="*/ 330567 w 1160842"/>
              <a:gd name="csY2" fmla="*/ 94011 h 290622"/>
              <a:gd name="csX3" fmla="*/ 330567 w 1160842"/>
              <a:gd name="csY3" fmla="*/ 199469 h 290622"/>
              <a:gd name="csX4" fmla="*/ 367356 w 1160842"/>
              <a:gd name="csY4" fmla="*/ 244837 h 290622"/>
              <a:gd name="csX5" fmla="*/ 404959 w 1160842"/>
              <a:gd name="csY5" fmla="*/ 199469 h 290622"/>
              <a:gd name="csX6" fmla="*/ 404959 w 1160842"/>
              <a:gd name="csY6" fmla="*/ 94011 h 290622"/>
              <a:gd name="csX7" fmla="*/ 456869 w 1160842"/>
              <a:gd name="csY7" fmla="*/ 94011 h 290622"/>
              <a:gd name="csX8" fmla="*/ 456869 w 1160842"/>
              <a:gd name="csY8" fmla="*/ 203555 h 290622"/>
              <a:gd name="csX9" fmla="*/ 367356 w 1160842"/>
              <a:gd name="csY9" fmla="*/ 290619 h 290622"/>
              <a:gd name="csX10" fmla="*/ 278656 w 1160842"/>
              <a:gd name="csY10" fmla="*/ 203146 h 290622"/>
              <a:gd name="csX11" fmla="*/ 483886 w 1160842"/>
              <a:gd name="csY11" fmla="*/ 228487 h 290622"/>
              <a:gd name="csX12" fmla="*/ 529668 w 1160842"/>
              <a:gd name="csY12" fmla="*/ 228487 h 290622"/>
              <a:gd name="csX13" fmla="*/ 561753 w 1160842"/>
              <a:gd name="csY13" fmla="*/ 250150 h 290622"/>
              <a:gd name="csX14" fmla="*/ 586888 w 1160842"/>
              <a:gd name="csY14" fmla="*/ 233802 h 290622"/>
              <a:gd name="csX15" fmla="*/ 488786 w 1160842"/>
              <a:gd name="csY15" fmla="*/ 147558 h 290622"/>
              <a:gd name="csX16" fmla="*/ 558681 w 1160842"/>
              <a:gd name="csY16" fmla="*/ 89924 h 290622"/>
              <a:gd name="csX17" fmla="*/ 632255 w 1160842"/>
              <a:gd name="csY17" fmla="*/ 149600 h 290622"/>
              <a:gd name="csX18" fmla="*/ 586468 w 1160842"/>
              <a:gd name="csY18" fmla="*/ 149600 h 290622"/>
              <a:gd name="csX19" fmla="*/ 560105 w 1160842"/>
              <a:gd name="csY19" fmla="*/ 130391 h 290622"/>
              <a:gd name="csX20" fmla="*/ 536607 w 1160842"/>
              <a:gd name="csY20" fmla="*/ 147558 h 290622"/>
              <a:gd name="csX21" fmla="*/ 635936 w 1160842"/>
              <a:gd name="csY21" fmla="*/ 233802 h 290622"/>
              <a:gd name="csX22" fmla="*/ 563175 w 1160842"/>
              <a:gd name="csY22" fmla="*/ 290618 h 290622"/>
              <a:gd name="csX23" fmla="*/ 483883 w 1160842"/>
              <a:gd name="csY23" fmla="*/ 228487 h 290622"/>
              <a:gd name="csX24" fmla="*/ 661713 w 1160842"/>
              <a:gd name="csY24" fmla="*/ 31879 h 290622"/>
              <a:gd name="csX25" fmla="*/ 694410 w 1160842"/>
              <a:gd name="csY25" fmla="*/ 0 h 290622"/>
              <a:gd name="csX26" fmla="*/ 726704 w 1160842"/>
              <a:gd name="csY26" fmla="*/ 31879 h 290622"/>
              <a:gd name="csX27" fmla="*/ 694410 w 1160842"/>
              <a:gd name="csY27" fmla="*/ 63354 h 290622"/>
              <a:gd name="csX28" fmla="*/ 661713 w 1160842"/>
              <a:gd name="csY28" fmla="*/ 31879 h 290622"/>
              <a:gd name="csX29" fmla="*/ 668660 w 1160842"/>
              <a:gd name="csY29" fmla="*/ 286122 h 290622"/>
              <a:gd name="csX30" fmla="*/ 668660 w 1160842"/>
              <a:gd name="csY30" fmla="*/ 94011 h 290622"/>
              <a:gd name="csX31" fmla="*/ 720161 w 1160842"/>
              <a:gd name="csY31" fmla="*/ 94011 h 290622"/>
              <a:gd name="csX32" fmla="*/ 720161 w 1160842"/>
              <a:gd name="csY32" fmla="*/ 286122 h 290622"/>
              <a:gd name="csX33" fmla="*/ 668660 w 1160842"/>
              <a:gd name="csY33" fmla="*/ 286122 h 290622"/>
              <a:gd name="csX34" fmla="*/ 750435 w 1160842"/>
              <a:gd name="csY34" fmla="*/ 190065 h 290622"/>
              <a:gd name="csX35" fmla="*/ 853033 w 1160842"/>
              <a:gd name="csY35" fmla="*/ 89922 h 290622"/>
              <a:gd name="csX36" fmla="*/ 955625 w 1160842"/>
              <a:gd name="csY36" fmla="*/ 190065 h 290622"/>
              <a:gd name="csX37" fmla="*/ 853033 w 1160842"/>
              <a:gd name="csY37" fmla="*/ 290618 h 290622"/>
              <a:gd name="csX38" fmla="*/ 750435 w 1160842"/>
              <a:gd name="csY38" fmla="*/ 190065 h 290622"/>
              <a:gd name="csX39" fmla="*/ 904535 w 1160842"/>
              <a:gd name="csY39" fmla="*/ 190065 h 290622"/>
              <a:gd name="csX40" fmla="*/ 853034 w 1160842"/>
              <a:gd name="csY40" fmla="*/ 134886 h 290622"/>
              <a:gd name="csX41" fmla="*/ 801533 w 1160842"/>
              <a:gd name="csY41" fmla="*/ 190065 h 290622"/>
              <a:gd name="csX42" fmla="*/ 853034 w 1160842"/>
              <a:gd name="csY42" fmla="*/ 245245 h 290622"/>
              <a:gd name="csX43" fmla="*/ 904535 w 1160842"/>
              <a:gd name="csY43" fmla="*/ 190065 h 290622"/>
              <a:gd name="csX44" fmla="*/ 981402 w 1160842"/>
              <a:gd name="csY44" fmla="*/ 286122 h 290622"/>
              <a:gd name="csX45" fmla="*/ 981402 w 1160842"/>
              <a:gd name="csY45" fmla="*/ 176987 h 290622"/>
              <a:gd name="csX46" fmla="*/ 1071324 w 1160842"/>
              <a:gd name="csY46" fmla="*/ 89924 h 290622"/>
              <a:gd name="csX47" fmla="*/ 1160843 w 1160842"/>
              <a:gd name="csY47" fmla="*/ 176987 h 290622"/>
              <a:gd name="csX48" fmla="*/ 1160843 w 1160842"/>
              <a:gd name="csY48" fmla="*/ 286122 h 290622"/>
              <a:gd name="csX49" fmla="*/ 1109342 w 1160842"/>
              <a:gd name="csY49" fmla="*/ 286122 h 290622"/>
              <a:gd name="csX50" fmla="*/ 1109342 w 1160842"/>
              <a:gd name="csY50" fmla="*/ 181073 h 290622"/>
              <a:gd name="csX51" fmla="*/ 1071324 w 1160842"/>
              <a:gd name="csY51" fmla="*/ 135297 h 290622"/>
              <a:gd name="csX52" fmla="*/ 1033312 w 1160842"/>
              <a:gd name="csY52" fmla="*/ 181073 h 290622"/>
              <a:gd name="csX53" fmla="*/ 1033312 w 1160842"/>
              <a:gd name="csY53" fmla="*/ 286122 h 290622"/>
              <a:gd name="csX54" fmla="*/ 981402 w 1160842"/>
              <a:gd name="csY54" fmla="*/ 286122 h 290622"/>
              <a:gd name="csX55" fmla="*/ 278209 w 1160842"/>
              <a:gd name="csY55" fmla="*/ 7357 h 290622"/>
              <a:gd name="csX56" fmla="*/ 198274 w 1160842"/>
              <a:gd name="csY56" fmla="*/ 286122 h 290622"/>
              <a:gd name="csX57" fmla="*/ 139826 w 1160842"/>
              <a:gd name="csY57" fmla="*/ 286122 h 290622"/>
              <a:gd name="csX58" fmla="*/ 219761 w 1160842"/>
              <a:gd name="csY58" fmla="*/ 7357 h 290622"/>
              <a:gd name="csX59" fmla="*/ 278209 w 1160842"/>
              <a:gd name="csY59" fmla="*/ 7357 h 290622"/>
              <a:gd name="csX60" fmla="*/ 138384 w 1160842"/>
              <a:gd name="csY60" fmla="*/ 286122 h 290622"/>
              <a:gd name="csX61" fmla="*/ 58448 w 1160842"/>
              <a:gd name="csY61" fmla="*/ 7357 h 290622"/>
              <a:gd name="csX62" fmla="*/ 0 w 1160842"/>
              <a:gd name="csY62" fmla="*/ 7357 h 290622"/>
              <a:gd name="csX63" fmla="*/ 79935 w 1160842"/>
              <a:gd name="csY63" fmla="*/ 286122 h 290622"/>
              <a:gd name="csX64" fmla="*/ 138384 w 1160842"/>
              <a:gd name="csY64" fmla="*/ 286122 h 2906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160842" h="290622">
                <a:moveTo>
                  <a:pt x="278657" y="203146"/>
                </a:moveTo>
                <a:lnTo>
                  <a:pt x="278657" y="94011"/>
                </a:lnTo>
                <a:lnTo>
                  <a:pt x="330567" y="94011"/>
                </a:lnTo>
                <a:lnTo>
                  <a:pt x="330567" y="199469"/>
                </a:lnTo>
                <a:cubicBezTo>
                  <a:pt x="330567" y="227261"/>
                  <a:pt x="342828" y="244433"/>
                  <a:pt x="367356" y="244837"/>
                </a:cubicBezTo>
                <a:cubicBezTo>
                  <a:pt x="393516" y="245246"/>
                  <a:pt x="404959" y="228079"/>
                  <a:pt x="404959" y="199469"/>
                </a:cubicBezTo>
                <a:lnTo>
                  <a:pt x="404959" y="94011"/>
                </a:lnTo>
                <a:lnTo>
                  <a:pt x="456869" y="94011"/>
                </a:lnTo>
                <a:lnTo>
                  <a:pt x="456869" y="203555"/>
                </a:lnTo>
                <a:cubicBezTo>
                  <a:pt x="456869" y="252607"/>
                  <a:pt x="420490" y="291028"/>
                  <a:pt x="367356" y="290619"/>
                </a:cubicBezTo>
                <a:cubicBezTo>
                  <a:pt x="310540" y="290210"/>
                  <a:pt x="278656" y="253830"/>
                  <a:pt x="278656" y="203146"/>
                </a:cubicBezTo>
                <a:close/>
                <a:moveTo>
                  <a:pt x="483886" y="228487"/>
                </a:moveTo>
                <a:lnTo>
                  <a:pt x="529668" y="228487"/>
                </a:lnTo>
                <a:cubicBezTo>
                  <a:pt x="532123" y="243204"/>
                  <a:pt x="547452" y="250150"/>
                  <a:pt x="561753" y="250150"/>
                </a:cubicBezTo>
                <a:cubicBezTo>
                  <a:pt x="576471" y="250150"/>
                  <a:pt x="586888" y="243204"/>
                  <a:pt x="586888" y="233802"/>
                </a:cubicBezTo>
                <a:cubicBezTo>
                  <a:pt x="586888" y="202736"/>
                  <a:pt x="488786" y="221950"/>
                  <a:pt x="488786" y="147558"/>
                </a:cubicBezTo>
                <a:cubicBezTo>
                  <a:pt x="488786" y="115673"/>
                  <a:pt x="515355" y="89924"/>
                  <a:pt x="558681" y="89924"/>
                </a:cubicBezTo>
                <a:cubicBezTo>
                  <a:pt x="600785" y="89514"/>
                  <a:pt x="629396" y="111996"/>
                  <a:pt x="632255" y="149600"/>
                </a:cubicBezTo>
                <a:lnTo>
                  <a:pt x="586468" y="149600"/>
                </a:lnTo>
                <a:cubicBezTo>
                  <a:pt x="584422" y="138157"/>
                  <a:pt x="574004" y="130391"/>
                  <a:pt x="560105" y="130391"/>
                </a:cubicBezTo>
                <a:cubicBezTo>
                  <a:pt x="546616" y="130391"/>
                  <a:pt x="536607" y="137746"/>
                  <a:pt x="536607" y="147558"/>
                </a:cubicBezTo>
                <a:cubicBezTo>
                  <a:pt x="536607" y="177395"/>
                  <a:pt x="635936" y="160228"/>
                  <a:pt x="635936" y="233802"/>
                </a:cubicBezTo>
                <a:cubicBezTo>
                  <a:pt x="635936" y="268136"/>
                  <a:pt x="602415" y="290618"/>
                  <a:pt x="563175" y="290618"/>
                </a:cubicBezTo>
                <a:cubicBezTo>
                  <a:pt x="518626" y="290618"/>
                  <a:pt x="486742" y="264866"/>
                  <a:pt x="483883" y="228487"/>
                </a:cubicBezTo>
                <a:close/>
                <a:moveTo>
                  <a:pt x="661713" y="31879"/>
                </a:moveTo>
                <a:cubicBezTo>
                  <a:pt x="661713" y="14303"/>
                  <a:pt x="676425" y="0"/>
                  <a:pt x="694410" y="0"/>
                </a:cubicBezTo>
                <a:cubicBezTo>
                  <a:pt x="711986" y="0"/>
                  <a:pt x="726704" y="14303"/>
                  <a:pt x="726704" y="31879"/>
                </a:cubicBezTo>
                <a:cubicBezTo>
                  <a:pt x="726704" y="49455"/>
                  <a:pt x="711986" y="63354"/>
                  <a:pt x="694410" y="63354"/>
                </a:cubicBezTo>
                <a:cubicBezTo>
                  <a:pt x="676425" y="63354"/>
                  <a:pt x="661713" y="49456"/>
                  <a:pt x="661713" y="31879"/>
                </a:cubicBezTo>
                <a:close/>
                <a:moveTo>
                  <a:pt x="668660" y="286122"/>
                </a:moveTo>
                <a:lnTo>
                  <a:pt x="668660" y="94011"/>
                </a:lnTo>
                <a:lnTo>
                  <a:pt x="720161" y="94011"/>
                </a:lnTo>
                <a:lnTo>
                  <a:pt x="720161" y="286122"/>
                </a:lnTo>
                <a:lnTo>
                  <a:pt x="668660" y="286122"/>
                </a:lnTo>
                <a:close/>
                <a:moveTo>
                  <a:pt x="750435" y="190065"/>
                </a:moveTo>
                <a:cubicBezTo>
                  <a:pt x="750435" y="133250"/>
                  <a:pt x="793357" y="89922"/>
                  <a:pt x="853033" y="89922"/>
                </a:cubicBezTo>
                <a:cubicBezTo>
                  <a:pt x="912709" y="89922"/>
                  <a:pt x="955625" y="133250"/>
                  <a:pt x="955625" y="190065"/>
                </a:cubicBezTo>
                <a:cubicBezTo>
                  <a:pt x="955625" y="246881"/>
                  <a:pt x="912707" y="290618"/>
                  <a:pt x="853033" y="290618"/>
                </a:cubicBezTo>
                <a:cubicBezTo>
                  <a:pt x="793358" y="290618"/>
                  <a:pt x="750435" y="246881"/>
                  <a:pt x="750435" y="190065"/>
                </a:cubicBezTo>
                <a:close/>
                <a:moveTo>
                  <a:pt x="904535" y="190065"/>
                </a:moveTo>
                <a:cubicBezTo>
                  <a:pt x="904535" y="157772"/>
                  <a:pt x="882871" y="134886"/>
                  <a:pt x="853034" y="134886"/>
                </a:cubicBezTo>
                <a:cubicBezTo>
                  <a:pt x="823197" y="134886"/>
                  <a:pt x="801533" y="157772"/>
                  <a:pt x="801533" y="190065"/>
                </a:cubicBezTo>
                <a:cubicBezTo>
                  <a:pt x="801533" y="222768"/>
                  <a:pt x="823197" y="245245"/>
                  <a:pt x="853034" y="245245"/>
                </a:cubicBezTo>
                <a:cubicBezTo>
                  <a:pt x="882871" y="245245"/>
                  <a:pt x="904535" y="222768"/>
                  <a:pt x="904535" y="190065"/>
                </a:cubicBezTo>
                <a:close/>
                <a:moveTo>
                  <a:pt x="981402" y="286122"/>
                </a:moveTo>
                <a:lnTo>
                  <a:pt x="981402" y="176987"/>
                </a:lnTo>
                <a:cubicBezTo>
                  <a:pt x="981402" y="126305"/>
                  <a:pt x="1013696" y="89924"/>
                  <a:pt x="1071324" y="89924"/>
                </a:cubicBezTo>
                <a:cubicBezTo>
                  <a:pt x="1128549" y="89924"/>
                  <a:pt x="1160843" y="126303"/>
                  <a:pt x="1160843" y="176987"/>
                </a:cubicBezTo>
                <a:lnTo>
                  <a:pt x="1160843" y="286122"/>
                </a:lnTo>
                <a:lnTo>
                  <a:pt x="1109342" y="286122"/>
                </a:lnTo>
                <a:lnTo>
                  <a:pt x="1109342" y="181073"/>
                </a:lnTo>
                <a:cubicBezTo>
                  <a:pt x="1109342" y="152873"/>
                  <a:pt x="1096666" y="135297"/>
                  <a:pt x="1071324" y="135297"/>
                </a:cubicBezTo>
                <a:cubicBezTo>
                  <a:pt x="1045982" y="135297"/>
                  <a:pt x="1033312" y="152873"/>
                  <a:pt x="1033312" y="181073"/>
                </a:cubicBezTo>
                <a:lnTo>
                  <a:pt x="1033312" y="286122"/>
                </a:lnTo>
                <a:lnTo>
                  <a:pt x="981402" y="286122"/>
                </a:lnTo>
                <a:close/>
                <a:moveTo>
                  <a:pt x="278209" y="7357"/>
                </a:moveTo>
                <a:lnTo>
                  <a:pt x="198274" y="286122"/>
                </a:lnTo>
                <a:lnTo>
                  <a:pt x="139826" y="286122"/>
                </a:lnTo>
                <a:lnTo>
                  <a:pt x="219761" y="7357"/>
                </a:lnTo>
                <a:lnTo>
                  <a:pt x="278209" y="7357"/>
                </a:lnTo>
                <a:close/>
                <a:moveTo>
                  <a:pt x="138384" y="286122"/>
                </a:moveTo>
                <a:lnTo>
                  <a:pt x="58448" y="7357"/>
                </a:lnTo>
                <a:lnTo>
                  <a:pt x="0" y="7357"/>
                </a:lnTo>
                <a:cubicBezTo>
                  <a:pt x="0" y="7357"/>
                  <a:pt x="79935" y="286122"/>
                  <a:pt x="79935" y="286122"/>
                </a:cubicBezTo>
                <a:lnTo>
                  <a:pt x="138384" y="286122"/>
                </a:lnTo>
                <a:close/>
              </a:path>
            </a:pathLst>
          </a:custGeom>
          <a:solidFill>
            <a:schemeClr val="tx1"/>
          </a:solidFill>
          <a:ln w="134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841C4AB-C1E8-9714-B9F4-4BC0B343FD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6" r="16"/>
          <a:stretch/>
        </p:blipFill>
        <p:spPr>
          <a:xfrm>
            <a:off x="8211312" y="0"/>
            <a:ext cx="3979419" cy="6858000"/>
          </a:xfrm>
          <a:prstGeom prst="rect">
            <a:avLst/>
          </a:prstGeom>
        </p:spPr>
      </p:pic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70CE6C77-5CA1-2D95-AA0B-DD5A7DC3A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8331996" y="2265991"/>
            <a:ext cx="2331586" cy="2336253"/>
          </a:xfrm>
          <a:custGeom>
            <a:avLst/>
            <a:gdLst>
              <a:gd name="connsiteX0" fmla="*/ 2168002 w 2744608"/>
              <a:gd name="connsiteY0" fmla="*/ 0 h 2750102"/>
              <a:gd name="connsiteX1" fmla="*/ 2744608 w 2744608"/>
              <a:gd name="connsiteY1" fmla="*/ 0 h 2750102"/>
              <a:gd name="connsiteX2" fmla="*/ 1956067 w 2744608"/>
              <a:gd name="connsiteY2" fmla="*/ 2750102 h 2750102"/>
              <a:gd name="connsiteX3" fmla="*/ 1379460 w 2744608"/>
              <a:gd name="connsiteY3" fmla="*/ 2750102 h 2750102"/>
              <a:gd name="connsiteX4" fmla="*/ 0 w 2744608"/>
              <a:gd name="connsiteY4" fmla="*/ 0 h 2750102"/>
              <a:gd name="connsiteX5" fmla="*/ 576606 w 2744608"/>
              <a:gd name="connsiteY5" fmla="*/ 0 h 2750102"/>
              <a:gd name="connsiteX6" fmla="*/ 1365221 w 2744608"/>
              <a:gd name="connsiteY6" fmla="*/ 2750102 h 2750102"/>
              <a:gd name="connsiteX7" fmla="*/ 788614 w 2744608"/>
              <a:gd name="connsiteY7" fmla="*/ 2750102 h 2750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44608" h="2750102">
                <a:moveTo>
                  <a:pt x="2168002" y="0"/>
                </a:moveTo>
                <a:lnTo>
                  <a:pt x="2744608" y="0"/>
                </a:lnTo>
                <a:lnTo>
                  <a:pt x="1956067" y="2750102"/>
                </a:lnTo>
                <a:lnTo>
                  <a:pt x="1379460" y="2750102"/>
                </a:lnTo>
                <a:close/>
                <a:moveTo>
                  <a:pt x="0" y="0"/>
                </a:moveTo>
                <a:lnTo>
                  <a:pt x="576606" y="0"/>
                </a:lnTo>
                <a:lnTo>
                  <a:pt x="1365221" y="2750102"/>
                </a:lnTo>
                <a:lnTo>
                  <a:pt x="788614" y="2750102"/>
                </a:lnTo>
                <a:close/>
              </a:path>
            </a:pathLst>
          </a:custGeom>
          <a:solidFill>
            <a:srgbClr val="FDCD38"/>
          </a:solidFill>
          <a:ln w="72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7743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Photo Color 06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Person, Kleidung, Geschäft, Supermarkt enthält.&#10;&#10;KI-generierte Inhalte können fehlerhaft sein.">
            <a:extLst>
              <a:ext uri="{FF2B5EF4-FFF2-40B4-BE49-F238E27FC236}">
                <a16:creationId xmlns:a16="http://schemas.microsoft.com/office/drawing/2014/main" id="{DFFC371C-4032-127A-EA12-63154C40DF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0880"/>
          <a:stretch>
            <a:fillRect/>
          </a:stretch>
        </p:blipFill>
        <p:spPr>
          <a:xfrm>
            <a:off x="4063705" y="0"/>
            <a:ext cx="8128294" cy="6858000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077D82F9-F0DE-09A3-4082-79DACB8798A9}"/>
              </a:ext>
            </a:extLst>
          </p:cNvPr>
          <p:cNvSpPr/>
          <p:nvPr/>
        </p:nvSpPr>
        <p:spPr bwMode="gray">
          <a:xfrm>
            <a:off x="0" y="0"/>
            <a:ext cx="11734800" cy="6860929"/>
          </a:xfrm>
          <a:prstGeom prst="rect">
            <a:avLst/>
          </a:prstGeom>
          <a:gradFill>
            <a:gsLst>
              <a:gs pos="43000">
                <a:schemeClr val="accent1"/>
              </a:gs>
              <a:gs pos="80000">
                <a:schemeClr val="accent1">
                  <a:alpha val="0"/>
                </a:schemeClr>
              </a:gs>
              <a:gs pos="61000">
                <a:schemeClr val="accent1">
                  <a:alpha val="60000"/>
                </a:schemeClr>
              </a:gs>
            </a:gsLst>
            <a:lin ang="21000000" scaled="0"/>
          </a:gra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de-DE" sz="1400"/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4AA93B9A-5893-0B50-BF41-0D61F324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>
            <a:off x="7349366" y="1285694"/>
            <a:ext cx="4296847" cy="4296847"/>
          </a:xfrm>
          <a:custGeom>
            <a:avLst/>
            <a:gdLst>
              <a:gd name="connsiteX0" fmla="*/ 303556 w 3992230"/>
              <a:gd name="connsiteY0" fmla="*/ 303556 h 3992230"/>
              <a:gd name="connsiteX1" fmla="*/ 303556 w 3992230"/>
              <a:gd name="connsiteY1" fmla="*/ 3688674 h 3992230"/>
              <a:gd name="connsiteX2" fmla="*/ 3688674 w 3992230"/>
              <a:gd name="connsiteY2" fmla="*/ 3688674 h 3992230"/>
              <a:gd name="connsiteX3" fmla="*/ 3688617 w 3992230"/>
              <a:gd name="connsiteY3" fmla="*/ 3688617 h 3992230"/>
              <a:gd name="connsiteX4" fmla="*/ 3688617 w 3992230"/>
              <a:gd name="connsiteY4" fmla="*/ 303556 h 3992230"/>
              <a:gd name="connsiteX5" fmla="*/ 637645 w 3992230"/>
              <a:gd name="connsiteY5" fmla="*/ 0 h 3992230"/>
              <a:gd name="connsiteX6" fmla="*/ 3354585 w 3992230"/>
              <a:gd name="connsiteY6" fmla="*/ 0 h 3992230"/>
              <a:gd name="connsiteX7" fmla="*/ 3992230 w 3992230"/>
              <a:gd name="connsiteY7" fmla="*/ 637645 h 3992230"/>
              <a:gd name="connsiteX8" fmla="*/ 3992230 w 3992230"/>
              <a:gd name="connsiteY8" fmla="*/ 3354585 h 3992230"/>
              <a:gd name="connsiteX9" fmla="*/ 3354585 w 3992230"/>
              <a:gd name="connsiteY9" fmla="*/ 3992230 h 3992230"/>
              <a:gd name="connsiteX10" fmla="*/ 637645 w 3992230"/>
              <a:gd name="connsiteY10" fmla="*/ 3992230 h 3992230"/>
              <a:gd name="connsiteX11" fmla="*/ 0 w 3992230"/>
              <a:gd name="connsiteY11" fmla="*/ 3354585 h 3992230"/>
              <a:gd name="connsiteX12" fmla="*/ 0 w 3992230"/>
              <a:gd name="connsiteY12" fmla="*/ 637645 h 3992230"/>
              <a:gd name="connsiteX13" fmla="*/ 637645 w 3992230"/>
              <a:gd name="connsiteY13" fmla="*/ 0 h 399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92230" h="3992230">
                <a:moveTo>
                  <a:pt x="303556" y="303556"/>
                </a:moveTo>
                <a:lnTo>
                  <a:pt x="303556" y="3688674"/>
                </a:lnTo>
                <a:lnTo>
                  <a:pt x="3688674" y="3688674"/>
                </a:lnTo>
                <a:lnTo>
                  <a:pt x="3688617" y="3688617"/>
                </a:lnTo>
                <a:lnTo>
                  <a:pt x="3688617" y="303556"/>
                </a:lnTo>
                <a:close/>
                <a:moveTo>
                  <a:pt x="637645" y="0"/>
                </a:moveTo>
                <a:lnTo>
                  <a:pt x="3354585" y="0"/>
                </a:lnTo>
                <a:cubicBezTo>
                  <a:pt x="3706765" y="0"/>
                  <a:pt x="3992230" y="285465"/>
                  <a:pt x="3992230" y="637645"/>
                </a:cubicBezTo>
                <a:lnTo>
                  <a:pt x="3992230" y="3354585"/>
                </a:lnTo>
                <a:cubicBezTo>
                  <a:pt x="3992230" y="3706765"/>
                  <a:pt x="3706765" y="3992230"/>
                  <a:pt x="3354585" y="3992230"/>
                </a:cubicBezTo>
                <a:lnTo>
                  <a:pt x="637645" y="3992230"/>
                </a:lnTo>
                <a:cubicBezTo>
                  <a:pt x="285465" y="3992230"/>
                  <a:pt x="0" y="3706765"/>
                  <a:pt x="0" y="3354585"/>
                </a:cubicBezTo>
                <a:lnTo>
                  <a:pt x="0" y="637645"/>
                </a:lnTo>
                <a:cubicBezTo>
                  <a:pt x="0" y="285465"/>
                  <a:pt x="285465" y="0"/>
                  <a:pt x="637645" y="0"/>
                </a:cubicBezTo>
                <a:close/>
              </a:path>
            </a:pathLst>
          </a:custGeom>
          <a:solidFill>
            <a:srgbClr val="FDCD38"/>
          </a:solidFill>
          <a:ln w="5701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DB145-611B-E784-E402-0C9DC60FC7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0" y="2096237"/>
            <a:ext cx="6229350" cy="2257425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66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CF013-5ACD-8BF9-86CF-366DFC41A9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57200" y="4761763"/>
            <a:ext cx="2502670" cy="360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 wrap="none" lIns="180000" rIns="180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US"/>
              <a:t>[Presentation Subtitle]</a:t>
            </a:r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381D2007-8B33-5E76-0275-7BC4AB9C1368}"/>
              </a:ext>
            </a:extLst>
          </p:cNvPr>
          <p:cNvSpPr>
            <a:spLocks noChangeAspect="1"/>
          </p:cNvSpPr>
          <p:nvPr/>
        </p:nvSpPr>
        <p:spPr bwMode="gray">
          <a:xfrm>
            <a:off x="454340" y="544847"/>
            <a:ext cx="1160842" cy="290622"/>
          </a:xfrm>
          <a:custGeom>
            <a:avLst/>
            <a:gdLst>
              <a:gd name="csX0" fmla="*/ 278657 w 1160842"/>
              <a:gd name="csY0" fmla="*/ 203146 h 290622"/>
              <a:gd name="csX1" fmla="*/ 278657 w 1160842"/>
              <a:gd name="csY1" fmla="*/ 94011 h 290622"/>
              <a:gd name="csX2" fmla="*/ 330567 w 1160842"/>
              <a:gd name="csY2" fmla="*/ 94011 h 290622"/>
              <a:gd name="csX3" fmla="*/ 330567 w 1160842"/>
              <a:gd name="csY3" fmla="*/ 199469 h 290622"/>
              <a:gd name="csX4" fmla="*/ 367356 w 1160842"/>
              <a:gd name="csY4" fmla="*/ 244837 h 290622"/>
              <a:gd name="csX5" fmla="*/ 404959 w 1160842"/>
              <a:gd name="csY5" fmla="*/ 199469 h 290622"/>
              <a:gd name="csX6" fmla="*/ 404959 w 1160842"/>
              <a:gd name="csY6" fmla="*/ 94011 h 290622"/>
              <a:gd name="csX7" fmla="*/ 456869 w 1160842"/>
              <a:gd name="csY7" fmla="*/ 94011 h 290622"/>
              <a:gd name="csX8" fmla="*/ 456869 w 1160842"/>
              <a:gd name="csY8" fmla="*/ 203555 h 290622"/>
              <a:gd name="csX9" fmla="*/ 367356 w 1160842"/>
              <a:gd name="csY9" fmla="*/ 290619 h 290622"/>
              <a:gd name="csX10" fmla="*/ 278656 w 1160842"/>
              <a:gd name="csY10" fmla="*/ 203146 h 290622"/>
              <a:gd name="csX11" fmla="*/ 483886 w 1160842"/>
              <a:gd name="csY11" fmla="*/ 228487 h 290622"/>
              <a:gd name="csX12" fmla="*/ 529668 w 1160842"/>
              <a:gd name="csY12" fmla="*/ 228487 h 290622"/>
              <a:gd name="csX13" fmla="*/ 561753 w 1160842"/>
              <a:gd name="csY13" fmla="*/ 250150 h 290622"/>
              <a:gd name="csX14" fmla="*/ 586888 w 1160842"/>
              <a:gd name="csY14" fmla="*/ 233802 h 290622"/>
              <a:gd name="csX15" fmla="*/ 488786 w 1160842"/>
              <a:gd name="csY15" fmla="*/ 147558 h 290622"/>
              <a:gd name="csX16" fmla="*/ 558681 w 1160842"/>
              <a:gd name="csY16" fmla="*/ 89924 h 290622"/>
              <a:gd name="csX17" fmla="*/ 632255 w 1160842"/>
              <a:gd name="csY17" fmla="*/ 149600 h 290622"/>
              <a:gd name="csX18" fmla="*/ 586468 w 1160842"/>
              <a:gd name="csY18" fmla="*/ 149600 h 290622"/>
              <a:gd name="csX19" fmla="*/ 560105 w 1160842"/>
              <a:gd name="csY19" fmla="*/ 130391 h 290622"/>
              <a:gd name="csX20" fmla="*/ 536607 w 1160842"/>
              <a:gd name="csY20" fmla="*/ 147558 h 290622"/>
              <a:gd name="csX21" fmla="*/ 635936 w 1160842"/>
              <a:gd name="csY21" fmla="*/ 233802 h 290622"/>
              <a:gd name="csX22" fmla="*/ 563175 w 1160842"/>
              <a:gd name="csY22" fmla="*/ 290618 h 290622"/>
              <a:gd name="csX23" fmla="*/ 483883 w 1160842"/>
              <a:gd name="csY23" fmla="*/ 228487 h 290622"/>
              <a:gd name="csX24" fmla="*/ 661713 w 1160842"/>
              <a:gd name="csY24" fmla="*/ 31879 h 290622"/>
              <a:gd name="csX25" fmla="*/ 694410 w 1160842"/>
              <a:gd name="csY25" fmla="*/ 0 h 290622"/>
              <a:gd name="csX26" fmla="*/ 726704 w 1160842"/>
              <a:gd name="csY26" fmla="*/ 31879 h 290622"/>
              <a:gd name="csX27" fmla="*/ 694410 w 1160842"/>
              <a:gd name="csY27" fmla="*/ 63354 h 290622"/>
              <a:gd name="csX28" fmla="*/ 661713 w 1160842"/>
              <a:gd name="csY28" fmla="*/ 31879 h 290622"/>
              <a:gd name="csX29" fmla="*/ 668660 w 1160842"/>
              <a:gd name="csY29" fmla="*/ 286122 h 290622"/>
              <a:gd name="csX30" fmla="*/ 668660 w 1160842"/>
              <a:gd name="csY30" fmla="*/ 94011 h 290622"/>
              <a:gd name="csX31" fmla="*/ 720161 w 1160842"/>
              <a:gd name="csY31" fmla="*/ 94011 h 290622"/>
              <a:gd name="csX32" fmla="*/ 720161 w 1160842"/>
              <a:gd name="csY32" fmla="*/ 286122 h 290622"/>
              <a:gd name="csX33" fmla="*/ 668660 w 1160842"/>
              <a:gd name="csY33" fmla="*/ 286122 h 290622"/>
              <a:gd name="csX34" fmla="*/ 750435 w 1160842"/>
              <a:gd name="csY34" fmla="*/ 190065 h 290622"/>
              <a:gd name="csX35" fmla="*/ 853033 w 1160842"/>
              <a:gd name="csY35" fmla="*/ 89922 h 290622"/>
              <a:gd name="csX36" fmla="*/ 955625 w 1160842"/>
              <a:gd name="csY36" fmla="*/ 190065 h 290622"/>
              <a:gd name="csX37" fmla="*/ 853033 w 1160842"/>
              <a:gd name="csY37" fmla="*/ 290618 h 290622"/>
              <a:gd name="csX38" fmla="*/ 750435 w 1160842"/>
              <a:gd name="csY38" fmla="*/ 190065 h 290622"/>
              <a:gd name="csX39" fmla="*/ 904535 w 1160842"/>
              <a:gd name="csY39" fmla="*/ 190065 h 290622"/>
              <a:gd name="csX40" fmla="*/ 853034 w 1160842"/>
              <a:gd name="csY40" fmla="*/ 134886 h 290622"/>
              <a:gd name="csX41" fmla="*/ 801533 w 1160842"/>
              <a:gd name="csY41" fmla="*/ 190065 h 290622"/>
              <a:gd name="csX42" fmla="*/ 853034 w 1160842"/>
              <a:gd name="csY42" fmla="*/ 245245 h 290622"/>
              <a:gd name="csX43" fmla="*/ 904535 w 1160842"/>
              <a:gd name="csY43" fmla="*/ 190065 h 290622"/>
              <a:gd name="csX44" fmla="*/ 981402 w 1160842"/>
              <a:gd name="csY44" fmla="*/ 286122 h 290622"/>
              <a:gd name="csX45" fmla="*/ 981402 w 1160842"/>
              <a:gd name="csY45" fmla="*/ 176987 h 290622"/>
              <a:gd name="csX46" fmla="*/ 1071324 w 1160842"/>
              <a:gd name="csY46" fmla="*/ 89924 h 290622"/>
              <a:gd name="csX47" fmla="*/ 1160843 w 1160842"/>
              <a:gd name="csY47" fmla="*/ 176987 h 290622"/>
              <a:gd name="csX48" fmla="*/ 1160843 w 1160842"/>
              <a:gd name="csY48" fmla="*/ 286122 h 290622"/>
              <a:gd name="csX49" fmla="*/ 1109342 w 1160842"/>
              <a:gd name="csY49" fmla="*/ 286122 h 290622"/>
              <a:gd name="csX50" fmla="*/ 1109342 w 1160842"/>
              <a:gd name="csY50" fmla="*/ 181073 h 290622"/>
              <a:gd name="csX51" fmla="*/ 1071324 w 1160842"/>
              <a:gd name="csY51" fmla="*/ 135297 h 290622"/>
              <a:gd name="csX52" fmla="*/ 1033312 w 1160842"/>
              <a:gd name="csY52" fmla="*/ 181073 h 290622"/>
              <a:gd name="csX53" fmla="*/ 1033312 w 1160842"/>
              <a:gd name="csY53" fmla="*/ 286122 h 290622"/>
              <a:gd name="csX54" fmla="*/ 981402 w 1160842"/>
              <a:gd name="csY54" fmla="*/ 286122 h 290622"/>
              <a:gd name="csX55" fmla="*/ 278209 w 1160842"/>
              <a:gd name="csY55" fmla="*/ 7357 h 290622"/>
              <a:gd name="csX56" fmla="*/ 198274 w 1160842"/>
              <a:gd name="csY56" fmla="*/ 286122 h 290622"/>
              <a:gd name="csX57" fmla="*/ 139826 w 1160842"/>
              <a:gd name="csY57" fmla="*/ 286122 h 290622"/>
              <a:gd name="csX58" fmla="*/ 219761 w 1160842"/>
              <a:gd name="csY58" fmla="*/ 7357 h 290622"/>
              <a:gd name="csX59" fmla="*/ 278209 w 1160842"/>
              <a:gd name="csY59" fmla="*/ 7357 h 290622"/>
              <a:gd name="csX60" fmla="*/ 138384 w 1160842"/>
              <a:gd name="csY60" fmla="*/ 286122 h 290622"/>
              <a:gd name="csX61" fmla="*/ 58448 w 1160842"/>
              <a:gd name="csY61" fmla="*/ 7357 h 290622"/>
              <a:gd name="csX62" fmla="*/ 0 w 1160842"/>
              <a:gd name="csY62" fmla="*/ 7357 h 290622"/>
              <a:gd name="csX63" fmla="*/ 79935 w 1160842"/>
              <a:gd name="csY63" fmla="*/ 286122 h 290622"/>
              <a:gd name="csX64" fmla="*/ 138384 w 1160842"/>
              <a:gd name="csY64" fmla="*/ 286122 h 2906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160842" h="290622">
                <a:moveTo>
                  <a:pt x="278657" y="203146"/>
                </a:moveTo>
                <a:lnTo>
                  <a:pt x="278657" y="94011"/>
                </a:lnTo>
                <a:lnTo>
                  <a:pt x="330567" y="94011"/>
                </a:lnTo>
                <a:lnTo>
                  <a:pt x="330567" y="199469"/>
                </a:lnTo>
                <a:cubicBezTo>
                  <a:pt x="330567" y="227261"/>
                  <a:pt x="342828" y="244433"/>
                  <a:pt x="367356" y="244837"/>
                </a:cubicBezTo>
                <a:cubicBezTo>
                  <a:pt x="393516" y="245246"/>
                  <a:pt x="404959" y="228079"/>
                  <a:pt x="404959" y="199469"/>
                </a:cubicBezTo>
                <a:lnTo>
                  <a:pt x="404959" y="94011"/>
                </a:lnTo>
                <a:lnTo>
                  <a:pt x="456869" y="94011"/>
                </a:lnTo>
                <a:lnTo>
                  <a:pt x="456869" y="203555"/>
                </a:lnTo>
                <a:cubicBezTo>
                  <a:pt x="456869" y="252607"/>
                  <a:pt x="420490" y="291028"/>
                  <a:pt x="367356" y="290619"/>
                </a:cubicBezTo>
                <a:cubicBezTo>
                  <a:pt x="310540" y="290210"/>
                  <a:pt x="278656" y="253830"/>
                  <a:pt x="278656" y="203146"/>
                </a:cubicBezTo>
                <a:close/>
                <a:moveTo>
                  <a:pt x="483886" y="228487"/>
                </a:moveTo>
                <a:lnTo>
                  <a:pt x="529668" y="228487"/>
                </a:lnTo>
                <a:cubicBezTo>
                  <a:pt x="532123" y="243204"/>
                  <a:pt x="547452" y="250150"/>
                  <a:pt x="561753" y="250150"/>
                </a:cubicBezTo>
                <a:cubicBezTo>
                  <a:pt x="576471" y="250150"/>
                  <a:pt x="586888" y="243204"/>
                  <a:pt x="586888" y="233802"/>
                </a:cubicBezTo>
                <a:cubicBezTo>
                  <a:pt x="586888" y="202736"/>
                  <a:pt x="488786" y="221950"/>
                  <a:pt x="488786" y="147558"/>
                </a:cubicBezTo>
                <a:cubicBezTo>
                  <a:pt x="488786" y="115673"/>
                  <a:pt x="515355" y="89924"/>
                  <a:pt x="558681" y="89924"/>
                </a:cubicBezTo>
                <a:cubicBezTo>
                  <a:pt x="600785" y="89514"/>
                  <a:pt x="629396" y="111996"/>
                  <a:pt x="632255" y="149600"/>
                </a:cubicBezTo>
                <a:lnTo>
                  <a:pt x="586468" y="149600"/>
                </a:lnTo>
                <a:cubicBezTo>
                  <a:pt x="584422" y="138157"/>
                  <a:pt x="574004" y="130391"/>
                  <a:pt x="560105" y="130391"/>
                </a:cubicBezTo>
                <a:cubicBezTo>
                  <a:pt x="546616" y="130391"/>
                  <a:pt x="536607" y="137746"/>
                  <a:pt x="536607" y="147558"/>
                </a:cubicBezTo>
                <a:cubicBezTo>
                  <a:pt x="536607" y="177395"/>
                  <a:pt x="635936" y="160228"/>
                  <a:pt x="635936" y="233802"/>
                </a:cubicBezTo>
                <a:cubicBezTo>
                  <a:pt x="635936" y="268136"/>
                  <a:pt x="602415" y="290618"/>
                  <a:pt x="563175" y="290618"/>
                </a:cubicBezTo>
                <a:cubicBezTo>
                  <a:pt x="518626" y="290618"/>
                  <a:pt x="486742" y="264866"/>
                  <a:pt x="483883" y="228487"/>
                </a:cubicBezTo>
                <a:close/>
                <a:moveTo>
                  <a:pt x="661713" y="31879"/>
                </a:moveTo>
                <a:cubicBezTo>
                  <a:pt x="661713" y="14303"/>
                  <a:pt x="676425" y="0"/>
                  <a:pt x="694410" y="0"/>
                </a:cubicBezTo>
                <a:cubicBezTo>
                  <a:pt x="711986" y="0"/>
                  <a:pt x="726704" y="14303"/>
                  <a:pt x="726704" y="31879"/>
                </a:cubicBezTo>
                <a:cubicBezTo>
                  <a:pt x="726704" y="49455"/>
                  <a:pt x="711986" y="63354"/>
                  <a:pt x="694410" y="63354"/>
                </a:cubicBezTo>
                <a:cubicBezTo>
                  <a:pt x="676425" y="63354"/>
                  <a:pt x="661713" y="49456"/>
                  <a:pt x="661713" y="31879"/>
                </a:cubicBezTo>
                <a:close/>
                <a:moveTo>
                  <a:pt x="668660" y="286122"/>
                </a:moveTo>
                <a:lnTo>
                  <a:pt x="668660" y="94011"/>
                </a:lnTo>
                <a:lnTo>
                  <a:pt x="720161" y="94011"/>
                </a:lnTo>
                <a:lnTo>
                  <a:pt x="720161" y="286122"/>
                </a:lnTo>
                <a:lnTo>
                  <a:pt x="668660" y="286122"/>
                </a:lnTo>
                <a:close/>
                <a:moveTo>
                  <a:pt x="750435" y="190065"/>
                </a:moveTo>
                <a:cubicBezTo>
                  <a:pt x="750435" y="133250"/>
                  <a:pt x="793357" y="89922"/>
                  <a:pt x="853033" y="89922"/>
                </a:cubicBezTo>
                <a:cubicBezTo>
                  <a:pt x="912709" y="89922"/>
                  <a:pt x="955625" y="133250"/>
                  <a:pt x="955625" y="190065"/>
                </a:cubicBezTo>
                <a:cubicBezTo>
                  <a:pt x="955625" y="246881"/>
                  <a:pt x="912707" y="290618"/>
                  <a:pt x="853033" y="290618"/>
                </a:cubicBezTo>
                <a:cubicBezTo>
                  <a:pt x="793358" y="290618"/>
                  <a:pt x="750435" y="246881"/>
                  <a:pt x="750435" y="190065"/>
                </a:cubicBezTo>
                <a:close/>
                <a:moveTo>
                  <a:pt x="904535" y="190065"/>
                </a:moveTo>
                <a:cubicBezTo>
                  <a:pt x="904535" y="157772"/>
                  <a:pt x="882871" y="134886"/>
                  <a:pt x="853034" y="134886"/>
                </a:cubicBezTo>
                <a:cubicBezTo>
                  <a:pt x="823197" y="134886"/>
                  <a:pt x="801533" y="157772"/>
                  <a:pt x="801533" y="190065"/>
                </a:cubicBezTo>
                <a:cubicBezTo>
                  <a:pt x="801533" y="222768"/>
                  <a:pt x="823197" y="245245"/>
                  <a:pt x="853034" y="245245"/>
                </a:cubicBezTo>
                <a:cubicBezTo>
                  <a:pt x="882871" y="245245"/>
                  <a:pt x="904535" y="222768"/>
                  <a:pt x="904535" y="190065"/>
                </a:cubicBezTo>
                <a:close/>
                <a:moveTo>
                  <a:pt x="981402" y="286122"/>
                </a:moveTo>
                <a:lnTo>
                  <a:pt x="981402" y="176987"/>
                </a:lnTo>
                <a:cubicBezTo>
                  <a:pt x="981402" y="126305"/>
                  <a:pt x="1013696" y="89924"/>
                  <a:pt x="1071324" y="89924"/>
                </a:cubicBezTo>
                <a:cubicBezTo>
                  <a:pt x="1128549" y="89924"/>
                  <a:pt x="1160843" y="126303"/>
                  <a:pt x="1160843" y="176987"/>
                </a:cubicBezTo>
                <a:lnTo>
                  <a:pt x="1160843" y="286122"/>
                </a:lnTo>
                <a:lnTo>
                  <a:pt x="1109342" y="286122"/>
                </a:lnTo>
                <a:lnTo>
                  <a:pt x="1109342" y="181073"/>
                </a:lnTo>
                <a:cubicBezTo>
                  <a:pt x="1109342" y="152873"/>
                  <a:pt x="1096666" y="135297"/>
                  <a:pt x="1071324" y="135297"/>
                </a:cubicBezTo>
                <a:cubicBezTo>
                  <a:pt x="1045982" y="135297"/>
                  <a:pt x="1033312" y="152873"/>
                  <a:pt x="1033312" y="181073"/>
                </a:cubicBezTo>
                <a:lnTo>
                  <a:pt x="1033312" y="286122"/>
                </a:lnTo>
                <a:lnTo>
                  <a:pt x="981402" y="286122"/>
                </a:lnTo>
                <a:close/>
                <a:moveTo>
                  <a:pt x="278209" y="7357"/>
                </a:moveTo>
                <a:lnTo>
                  <a:pt x="198274" y="286122"/>
                </a:lnTo>
                <a:lnTo>
                  <a:pt x="139826" y="286122"/>
                </a:lnTo>
                <a:lnTo>
                  <a:pt x="219761" y="7357"/>
                </a:lnTo>
                <a:lnTo>
                  <a:pt x="278209" y="7357"/>
                </a:lnTo>
                <a:close/>
                <a:moveTo>
                  <a:pt x="138384" y="286122"/>
                </a:moveTo>
                <a:lnTo>
                  <a:pt x="58448" y="7357"/>
                </a:lnTo>
                <a:lnTo>
                  <a:pt x="0" y="7357"/>
                </a:lnTo>
                <a:cubicBezTo>
                  <a:pt x="0" y="7357"/>
                  <a:pt x="79935" y="286122"/>
                  <a:pt x="79935" y="286122"/>
                </a:cubicBezTo>
                <a:lnTo>
                  <a:pt x="138384" y="286122"/>
                </a:lnTo>
                <a:close/>
              </a:path>
            </a:pathLst>
          </a:custGeom>
          <a:solidFill>
            <a:schemeClr val="tx1"/>
          </a:solidFill>
          <a:ln w="134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3F1B379-6E4E-07F8-BFB7-1E3E87A878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6" r="16"/>
          <a:stretch/>
        </p:blipFill>
        <p:spPr>
          <a:xfrm>
            <a:off x="8211312" y="0"/>
            <a:ext cx="3979419" cy="6858000"/>
          </a:xfrm>
          <a:prstGeom prst="rect">
            <a:avLst/>
          </a:prstGeom>
        </p:spPr>
      </p:pic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70CE6C77-5CA1-2D95-AA0B-DD5A7DC3A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8331996" y="2265991"/>
            <a:ext cx="2331586" cy="2336253"/>
          </a:xfrm>
          <a:custGeom>
            <a:avLst/>
            <a:gdLst>
              <a:gd name="connsiteX0" fmla="*/ 2168002 w 2744608"/>
              <a:gd name="connsiteY0" fmla="*/ 0 h 2750102"/>
              <a:gd name="connsiteX1" fmla="*/ 2744608 w 2744608"/>
              <a:gd name="connsiteY1" fmla="*/ 0 h 2750102"/>
              <a:gd name="connsiteX2" fmla="*/ 1956067 w 2744608"/>
              <a:gd name="connsiteY2" fmla="*/ 2750102 h 2750102"/>
              <a:gd name="connsiteX3" fmla="*/ 1379460 w 2744608"/>
              <a:gd name="connsiteY3" fmla="*/ 2750102 h 2750102"/>
              <a:gd name="connsiteX4" fmla="*/ 0 w 2744608"/>
              <a:gd name="connsiteY4" fmla="*/ 0 h 2750102"/>
              <a:gd name="connsiteX5" fmla="*/ 576606 w 2744608"/>
              <a:gd name="connsiteY5" fmla="*/ 0 h 2750102"/>
              <a:gd name="connsiteX6" fmla="*/ 1365221 w 2744608"/>
              <a:gd name="connsiteY6" fmla="*/ 2750102 h 2750102"/>
              <a:gd name="connsiteX7" fmla="*/ 788614 w 2744608"/>
              <a:gd name="connsiteY7" fmla="*/ 2750102 h 2750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44608" h="2750102">
                <a:moveTo>
                  <a:pt x="2168002" y="0"/>
                </a:moveTo>
                <a:lnTo>
                  <a:pt x="2744608" y="0"/>
                </a:lnTo>
                <a:lnTo>
                  <a:pt x="1956067" y="2750102"/>
                </a:lnTo>
                <a:lnTo>
                  <a:pt x="1379460" y="2750102"/>
                </a:lnTo>
                <a:close/>
                <a:moveTo>
                  <a:pt x="0" y="0"/>
                </a:moveTo>
                <a:lnTo>
                  <a:pt x="576606" y="0"/>
                </a:lnTo>
                <a:lnTo>
                  <a:pt x="1365221" y="2750102"/>
                </a:lnTo>
                <a:lnTo>
                  <a:pt x="788614" y="2750102"/>
                </a:lnTo>
                <a:close/>
              </a:path>
            </a:pathLst>
          </a:custGeom>
          <a:solidFill>
            <a:srgbClr val="FDCD38"/>
          </a:solidFill>
          <a:ln w="72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1916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F8493E2F-5763-BC9C-0EF0-55803E335E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73296" y="0"/>
            <a:ext cx="791870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E3EE6E-E3D6-5661-F432-D7E51D2A73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234089"/>
            <a:ext cx="9252284" cy="1828800"/>
          </a:xfrm>
        </p:spPr>
        <p:txBody>
          <a:bodyPr anchor="b" anchorCtr="0"/>
          <a:lstStyle>
            <a:lvl1pPr>
              <a:defRPr sz="6600" spc="-60" baseline="0"/>
            </a:lvl1pPr>
          </a:lstStyle>
          <a:p>
            <a:r>
              <a:rPr lang="en-US"/>
              <a:t>[Section Header Title]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777D73C-66E5-D65E-1193-5BB9D91A73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457199"/>
            <a:ext cx="2679700" cy="2011681"/>
          </a:xfrm>
        </p:spPr>
        <p:txBody>
          <a:bodyPr/>
          <a:lstStyle>
            <a:lvl1pPr marL="0" indent="0" algn="l">
              <a:lnSpc>
                <a:spcPct val="80000"/>
              </a:lnSpc>
              <a:spcBef>
                <a:spcPts val="0"/>
              </a:spcBef>
              <a:buFontTx/>
              <a:buNone/>
              <a:defRPr sz="13000" spc="-400" baseline="0">
                <a:solidFill>
                  <a:schemeClr val="accent1"/>
                </a:solidFill>
              </a:defRPr>
            </a:lvl1pPr>
            <a:lvl2pPr marL="0" indent="0" algn="r">
              <a:lnSpc>
                <a:spcPct val="80000"/>
              </a:lnSpc>
              <a:spcBef>
                <a:spcPts val="0"/>
              </a:spcBef>
              <a:buFontTx/>
              <a:buNone/>
              <a:defRPr sz="13000" spc="-400">
                <a:solidFill>
                  <a:schemeClr val="accent1"/>
                </a:solidFill>
              </a:defRPr>
            </a:lvl2pPr>
            <a:lvl3pPr marL="0" indent="0" algn="r">
              <a:lnSpc>
                <a:spcPct val="80000"/>
              </a:lnSpc>
              <a:spcBef>
                <a:spcPts val="0"/>
              </a:spcBef>
              <a:buFontTx/>
              <a:buNone/>
              <a:defRPr sz="13000" spc="-400">
                <a:solidFill>
                  <a:schemeClr val="accent1"/>
                </a:solidFill>
              </a:defRPr>
            </a:lvl3pPr>
            <a:lvl4pPr marL="0" indent="0" algn="r">
              <a:lnSpc>
                <a:spcPct val="80000"/>
              </a:lnSpc>
              <a:spcBef>
                <a:spcPts val="0"/>
              </a:spcBef>
              <a:buFontTx/>
              <a:buNone/>
              <a:defRPr sz="13000" spc="-400">
                <a:solidFill>
                  <a:schemeClr val="accent1"/>
                </a:solidFill>
              </a:defRPr>
            </a:lvl4pPr>
            <a:lvl5pPr marL="0" indent="0" algn="r">
              <a:lnSpc>
                <a:spcPct val="80000"/>
              </a:lnSpc>
              <a:spcBef>
                <a:spcPts val="0"/>
              </a:spcBef>
              <a:buFontTx/>
              <a:buNone/>
              <a:defRPr sz="13000" spc="-400">
                <a:solidFill>
                  <a:schemeClr val="accent1"/>
                </a:solidFill>
              </a:defRPr>
            </a:lvl5pPr>
            <a:lvl6pPr marL="0" indent="0" algn="r">
              <a:lnSpc>
                <a:spcPct val="80000"/>
              </a:lnSpc>
              <a:spcBef>
                <a:spcPts val="0"/>
              </a:spcBef>
              <a:buFontTx/>
              <a:buNone/>
              <a:defRPr sz="13000" spc="-400">
                <a:solidFill>
                  <a:schemeClr val="accent1"/>
                </a:solidFill>
              </a:defRPr>
            </a:lvl6pPr>
            <a:lvl7pPr marL="0" indent="0" algn="r">
              <a:lnSpc>
                <a:spcPct val="80000"/>
              </a:lnSpc>
              <a:spcBef>
                <a:spcPts val="0"/>
              </a:spcBef>
              <a:buFontTx/>
              <a:buNone/>
              <a:defRPr sz="13000" spc="-400">
                <a:solidFill>
                  <a:schemeClr val="accent1"/>
                </a:solidFill>
              </a:defRPr>
            </a:lvl7pPr>
            <a:lvl8pPr marL="0" indent="0" algn="r">
              <a:lnSpc>
                <a:spcPct val="80000"/>
              </a:lnSpc>
              <a:spcBef>
                <a:spcPts val="0"/>
              </a:spcBef>
              <a:buFontTx/>
              <a:buNone/>
              <a:defRPr sz="13000" spc="-400">
                <a:solidFill>
                  <a:schemeClr val="accent1"/>
                </a:solidFill>
              </a:defRPr>
            </a:lvl8pPr>
            <a:lvl9pPr marL="0" indent="0" algn="r">
              <a:lnSpc>
                <a:spcPct val="80000"/>
              </a:lnSpc>
              <a:spcBef>
                <a:spcPts val="0"/>
              </a:spcBef>
              <a:buFontTx/>
              <a:buNone/>
              <a:defRPr sz="13000" spc="-4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9474C22-5653-A95C-E9A1-C170F929B426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457199" y="5319043"/>
            <a:ext cx="2772848" cy="36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180000" tIns="0" rIns="180000" bIns="0" spcCol="182880" rtlCol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600" baseline="0" dirty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+mj-lt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/>
              <a:t>[Section Header Subtitle]</a:t>
            </a:r>
          </a:p>
        </p:txBody>
      </p:sp>
    </p:spTree>
    <p:extLst>
      <p:ext uri="{BB962C8B-B14F-4D97-AF65-F5344CB8AC3E}">
        <p14:creationId xmlns:p14="http://schemas.microsoft.com/office/powerpoint/2010/main" val="2368987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- Col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9E007C41-5A0F-0621-4E03-0D1EF8A615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4726" y="0"/>
            <a:ext cx="6017274" cy="5395428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777D73C-66E5-D65E-1193-5BB9D91A73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457199"/>
            <a:ext cx="2679700" cy="2011681"/>
          </a:xfrm>
        </p:spPr>
        <p:txBody>
          <a:bodyPr/>
          <a:lstStyle>
            <a:lvl1pPr marL="0" indent="0" algn="l">
              <a:lnSpc>
                <a:spcPct val="80000"/>
              </a:lnSpc>
              <a:spcBef>
                <a:spcPts val="0"/>
              </a:spcBef>
              <a:buFontTx/>
              <a:buNone/>
              <a:defRPr sz="13000" spc="-400" baseline="0">
                <a:solidFill>
                  <a:schemeClr val="bg1"/>
                </a:solidFill>
              </a:defRPr>
            </a:lvl1pPr>
            <a:lvl2pPr marL="0" indent="0" algn="r">
              <a:lnSpc>
                <a:spcPct val="80000"/>
              </a:lnSpc>
              <a:spcBef>
                <a:spcPts val="0"/>
              </a:spcBef>
              <a:buFontTx/>
              <a:buNone/>
              <a:defRPr sz="13000" spc="-400">
                <a:solidFill>
                  <a:schemeClr val="bg1"/>
                </a:solidFill>
              </a:defRPr>
            </a:lvl2pPr>
            <a:lvl3pPr marL="0" indent="0" algn="r">
              <a:lnSpc>
                <a:spcPct val="80000"/>
              </a:lnSpc>
              <a:spcBef>
                <a:spcPts val="0"/>
              </a:spcBef>
              <a:buFontTx/>
              <a:buNone/>
              <a:defRPr sz="13000" spc="-400">
                <a:solidFill>
                  <a:schemeClr val="bg1"/>
                </a:solidFill>
              </a:defRPr>
            </a:lvl3pPr>
            <a:lvl4pPr marL="0" indent="0" algn="r">
              <a:lnSpc>
                <a:spcPct val="80000"/>
              </a:lnSpc>
              <a:spcBef>
                <a:spcPts val="0"/>
              </a:spcBef>
              <a:buFontTx/>
              <a:buNone/>
              <a:defRPr sz="13000" spc="-400">
                <a:solidFill>
                  <a:schemeClr val="bg1"/>
                </a:solidFill>
              </a:defRPr>
            </a:lvl4pPr>
            <a:lvl5pPr marL="0" indent="0" algn="r">
              <a:lnSpc>
                <a:spcPct val="80000"/>
              </a:lnSpc>
              <a:spcBef>
                <a:spcPts val="0"/>
              </a:spcBef>
              <a:buFontTx/>
              <a:buNone/>
              <a:defRPr sz="13000" spc="-400">
                <a:solidFill>
                  <a:schemeClr val="bg1"/>
                </a:solidFill>
              </a:defRPr>
            </a:lvl5pPr>
            <a:lvl6pPr marL="0" indent="0" algn="r">
              <a:lnSpc>
                <a:spcPct val="80000"/>
              </a:lnSpc>
              <a:spcBef>
                <a:spcPts val="0"/>
              </a:spcBef>
              <a:buFontTx/>
              <a:buNone/>
              <a:defRPr sz="13000" spc="-400">
                <a:solidFill>
                  <a:schemeClr val="bg1"/>
                </a:solidFill>
              </a:defRPr>
            </a:lvl6pPr>
            <a:lvl7pPr marL="0" indent="0" algn="r">
              <a:lnSpc>
                <a:spcPct val="80000"/>
              </a:lnSpc>
              <a:spcBef>
                <a:spcPts val="0"/>
              </a:spcBef>
              <a:buFontTx/>
              <a:buNone/>
              <a:defRPr sz="13000" spc="-400">
                <a:solidFill>
                  <a:schemeClr val="bg1"/>
                </a:solidFill>
              </a:defRPr>
            </a:lvl7pPr>
            <a:lvl8pPr marL="0" indent="0" algn="r">
              <a:lnSpc>
                <a:spcPct val="80000"/>
              </a:lnSpc>
              <a:spcBef>
                <a:spcPts val="0"/>
              </a:spcBef>
              <a:buFontTx/>
              <a:buNone/>
              <a:defRPr sz="13000" spc="-400">
                <a:solidFill>
                  <a:schemeClr val="bg1"/>
                </a:solidFill>
              </a:defRPr>
            </a:lvl8pPr>
            <a:lvl9pPr marL="0" indent="0" algn="r">
              <a:lnSpc>
                <a:spcPct val="80000"/>
              </a:lnSpc>
              <a:spcBef>
                <a:spcPts val="0"/>
              </a:spcBef>
              <a:buFontTx/>
              <a:buNone/>
              <a:defRPr sz="13000" spc="-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D774D-4C5E-8BDD-29E0-E08B86BFD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BBEB4-0180-654C-9145-7574618F5CE0}" type="slidenum">
              <a:rPr lang="en-US" smtClean="0"/>
              <a:t>‹N°›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88DBB6-8551-193B-4788-CD95C3E2C3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234089"/>
            <a:ext cx="9252284" cy="1828800"/>
          </a:xfrm>
        </p:spPr>
        <p:txBody>
          <a:bodyPr anchor="b" anchorCtr="0"/>
          <a:lstStyle>
            <a:lvl1pPr>
              <a:defRPr sz="6600" spc="-60" baseline="0"/>
            </a:lvl1pPr>
          </a:lstStyle>
          <a:p>
            <a:r>
              <a:rPr lang="en-US"/>
              <a:t>[Section Header Title]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28A8BD0-7C96-8885-C779-505E38703380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457199" y="5325926"/>
            <a:ext cx="2772848" cy="346234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vert="horz" wrap="none" lIns="180000" tIns="0" rIns="180000" bIns="0" spcCol="182880" rtlCol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600" baseline="0" dirty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+mj-lt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/>
              <a:t>[Section Header Subtitle]</a:t>
            </a:r>
          </a:p>
        </p:txBody>
      </p:sp>
    </p:spTree>
    <p:extLst>
      <p:ext uri="{BB962C8B-B14F-4D97-AF65-F5344CB8AC3E}">
        <p14:creationId xmlns:p14="http://schemas.microsoft.com/office/powerpoint/2010/main" val="3123606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- Store Operational Excellence">
    <p:bg>
      <p:bgPr>
        <a:solidFill>
          <a:srgbClr val="F3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1A43A942-9EA8-F64B-1EC0-1E39E8E102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" r="5318"/>
          <a:stretch>
            <a:fillRect/>
          </a:stretch>
        </p:blipFill>
        <p:spPr>
          <a:xfrm>
            <a:off x="2465141" y="0"/>
            <a:ext cx="9726119" cy="685800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95BB7461-7275-1B76-FA87-2E81B370CB56}"/>
              </a:ext>
            </a:extLst>
          </p:cNvPr>
          <p:cNvSpPr/>
          <p:nvPr/>
        </p:nvSpPr>
        <p:spPr bwMode="gray">
          <a:xfrm>
            <a:off x="0" y="0"/>
            <a:ext cx="12191260" cy="6860929"/>
          </a:xfrm>
          <a:prstGeom prst="rect">
            <a:avLst/>
          </a:prstGeom>
          <a:gradFill>
            <a:gsLst>
              <a:gs pos="51000">
                <a:srgbClr val="F3EDFF"/>
              </a:gs>
              <a:gs pos="93000">
                <a:srgbClr val="F3EDFF">
                  <a:alpha val="0"/>
                </a:srgbClr>
              </a:gs>
              <a:gs pos="67000">
                <a:srgbClr val="F3EDFF">
                  <a:alpha val="66000"/>
                </a:srgbClr>
              </a:gs>
            </a:gsLst>
            <a:lin ang="600000" scaled="0"/>
          </a:gra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de-DE" sz="140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320C79B-7F77-72E6-4B4F-FAA7C80B481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3514"/>
          <a:stretch>
            <a:fillRect/>
          </a:stretch>
        </p:blipFill>
        <p:spPr bwMode="gray">
          <a:xfrm>
            <a:off x="4160125" y="-2929"/>
            <a:ext cx="5052849" cy="38646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FDB145-611B-E784-E402-0C9DC60FC7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0" y="2805464"/>
            <a:ext cx="6229350" cy="2257425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Header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CF013-5ACD-8BF9-86CF-366DFC41A9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57200" y="5325926"/>
            <a:ext cx="2723318" cy="346234"/>
          </a:xfrm>
          <a:prstGeom prst="roundRect">
            <a:avLst>
              <a:gd name="adj" fmla="val 50000"/>
            </a:avLst>
          </a:prstGeom>
          <a:solidFill>
            <a:srgbClr val="9C65FC"/>
          </a:solidFill>
        </p:spPr>
        <p:txBody>
          <a:bodyPr wrap="none" lIns="180000" rIns="180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US"/>
              <a:t>[Section Header Subtitle]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1D10558-809F-1C62-E700-9F8420EEA22E}"/>
              </a:ext>
            </a:extLst>
          </p:cNvPr>
          <p:cNvSpPr txBox="1">
            <a:spLocks/>
          </p:cNvSpPr>
          <p:nvPr/>
        </p:nvSpPr>
        <p:spPr>
          <a:xfrm>
            <a:off x="3761643" y="3234089"/>
            <a:ext cx="9252284" cy="18288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kern="1200" spc="-6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91A8F46-A6E4-9EF3-FF67-E058DA2881D7}"/>
              </a:ext>
            </a:extLst>
          </p:cNvPr>
          <p:cNvSpPr txBox="1">
            <a:spLocks/>
          </p:cNvSpPr>
          <p:nvPr userDrawn="1"/>
        </p:nvSpPr>
        <p:spPr>
          <a:xfrm>
            <a:off x="3761643" y="3234089"/>
            <a:ext cx="9252284" cy="18288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kern="1200" spc="-6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pic>
        <p:nvPicPr>
          <p:cNvPr id="4" name="Monogram">
            <a:extLst>
              <a:ext uri="{FF2B5EF4-FFF2-40B4-BE49-F238E27FC236}">
                <a16:creationId xmlns:a16="http://schemas.microsoft.com/office/drawing/2014/main" id="{7C59548C-A691-6B52-9C10-840F7C142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457200" y="457198"/>
            <a:ext cx="1235124" cy="1235124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ECFA37ED-0C44-3152-F2BA-53677C09205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1" r="11"/>
          <a:stretch/>
        </p:blipFill>
        <p:spPr>
          <a:xfrm>
            <a:off x="6358127" y="0"/>
            <a:ext cx="58326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8377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- Local e-Commerce ">
    <p:bg>
      <p:bgPr>
        <a:solidFill>
          <a:srgbClr val="E2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 descr="Ein Bild, das Person, Kleidung, Szene, Einzelhandelsgeschäft enthält.&#10;&#10;KI-generierte Inhalte können fehlerhaft sein.">
            <a:extLst>
              <a:ext uri="{FF2B5EF4-FFF2-40B4-BE49-F238E27FC236}">
                <a16:creationId xmlns:a16="http://schemas.microsoft.com/office/drawing/2014/main" id="{9DBF31CC-8C7A-8F48-63D2-4E66560D01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795" r="33935" b="5795"/>
          <a:stretch>
            <a:fillRect/>
          </a:stretch>
        </p:blipFill>
        <p:spPr>
          <a:xfrm>
            <a:off x="4504762" y="-1"/>
            <a:ext cx="7687238" cy="6858001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D1EBF2BA-393C-C463-849B-25DE37406F55}"/>
              </a:ext>
            </a:extLst>
          </p:cNvPr>
          <p:cNvSpPr/>
          <p:nvPr/>
        </p:nvSpPr>
        <p:spPr bwMode="gray">
          <a:xfrm>
            <a:off x="0" y="0"/>
            <a:ext cx="12192000" cy="6860929"/>
          </a:xfrm>
          <a:prstGeom prst="rect">
            <a:avLst/>
          </a:prstGeom>
          <a:gradFill>
            <a:gsLst>
              <a:gs pos="49000">
                <a:srgbClr val="E2F9F3"/>
              </a:gs>
              <a:gs pos="91000">
                <a:srgbClr val="E2F9F3">
                  <a:alpha val="0"/>
                </a:srgbClr>
              </a:gs>
              <a:gs pos="67000">
                <a:srgbClr val="E2F9F3">
                  <a:alpha val="61000"/>
                </a:srgbClr>
              </a:gs>
            </a:gsLst>
            <a:lin ang="1200000" scaled="0"/>
          </a:gra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de-DE" sz="140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3391E1F-00B4-5F75-7976-F786A5167FC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alphaModFix amt="5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414" t="22743" r="-14306" b="-12711"/>
          <a:stretch>
            <a:fillRect/>
          </a:stretch>
        </p:blipFill>
        <p:spPr bwMode="gray">
          <a:xfrm>
            <a:off x="3901506" y="-14369"/>
            <a:ext cx="6699837" cy="507725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DA137B1-A59F-7424-F057-BA481EF788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0" y="2805464"/>
            <a:ext cx="6229350" cy="2257425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Header Title]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80E9A2CD-ACE1-A04D-D78F-A66CAD72D7E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57200" y="5325926"/>
            <a:ext cx="2723318" cy="34623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wrap="none" lIns="180000" rIns="180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US"/>
              <a:t>[Section Header Subtitle]</a:t>
            </a:r>
          </a:p>
        </p:txBody>
      </p:sp>
      <p:pic>
        <p:nvPicPr>
          <p:cNvPr id="2" name="Monogram">
            <a:extLst>
              <a:ext uri="{FF2B5EF4-FFF2-40B4-BE49-F238E27FC236}">
                <a16:creationId xmlns:a16="http://schemas.microsoft.com/office/drawing/2014/main" id="{04FCC67E-6089-F8CF-A361-2019779F6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457200" y="457198"/>
            <a:ext cx="1235124" cy="1235124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919C30D7-0EAB-C9A4-E86B-35393AF18D2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29" r="29"/>
          <a:stretch/>
        </p:blipFill>
        <p:spPr>
          <a:xfrm>
            <a:off x="6200361" y="0"/>
            <a:ext cx="59767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860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-  Data-Driven Commerce "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Ein Bild, das Text, Person, Kleidung, Supermarkt enthält.&#10;&#10;KI-generierte Inhalte können fehlerhaft sein.">
            <a:extLst>
              <a:ext uri="{FF2B5EF4-FFF2-40B4-BE49-F238E27FC236}">
                <a16:creationId xmlns:a16="http://schemas.microsoft.com/office/drawing/2014/main" id="{1465223C-4BAE-FAF9-CCE9-30B68BF83E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5461"/>
          <a:stretch>
            <a:fillRect/>
          </a:stretch>
        </p:blipFill>
        <p:spPr>
          <a:xfrm>
            <a:off x="5562333" y="2929"/>
            <a:ext cx="6629667" cy="6858000"/>
          </a:xfrm>
          <a:prstGeom prst="rect">
            <a:avLst/>
          </a:prstGeom>
        </p:spPr>
      </p:pic>
      <p:pic>
        <p:nvPicPr>
          <p:cNvPr id="4" name="Grafik 3" descr="Ein Bild, das Text, Person, Kleidung, Supermarkt enthält.&#10;&#10;KI-generierte Inhalte können fehlerhaft sein.">
            <a:extLst>
              <a:ext uri="{FF2B5EF4-FFF2-40B4-BE49-F238E27FC236}">
                <a16:creationId xmlns:a16="http://schemas.microsoft.com/office/drawing/2014/main" id="{793DD407-F0FC-A49B-41C6-A9013CDA4BF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5461"/>
          <a:stretch>
            <a:fillRect/>
          </a:stretch>
        </p:blipFill>
        <p:spPr>
          <a:xfrm>
            <a:off x="5562333" y="2929"/>
            <a:ext cx="6629667" cy="6858000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036747B0-53A4-DE15-A57A-59139D655052}"/>
              </a:ext>
            </a:extLst>
          </p:cNvPr>
          <p:cNvSpPr/>
          <p:nvPr/>
        </p:nvSpPr>
        <p:spPr bwMode="gray">
          <a:xfrm>
            <a:off x="0" y="0"/>
            <a:ext cx="12192000" cy="6860929"/>
          </a:xfrm>
          <a:prstGeom prst="rect">
            <a:avLst/>
          </a:prstGeom>
          <a:gradFill>
            <a:gsLst>
              <a:gs pos="51000">
                <a:srgbClr val="E6F2FF"/>
              </a:gs>
              <a:gs pos="89000">
                <a:srgbClr val="E6F2FF">
                  <a:alpha val="0"/>
                </a:srgbClr>
              </a:gs>
              <a:gs pos="76000">
                <a:srgbClr val="E6F2FF">
                  <a:alpha val="73000"/>
                </a:srgbClr>
              </a:gs>
            </a:gsLst>
            <a:lin ang="21000000" scaled="0"/>
          </a:gra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de-DE" sz="140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01A3714-7A18-C908-1769-BE236A56DE6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7049" b="9913"/>
          <a:stretch>
            <a:fillRect/>
          </a:stretch>
        </p:blipFill>
        <p:spPr>
          <a:xfrm>
            <a:off x="4152136" y="-2928"/>
            <a:ext cx="5068827" cy="319529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479A03CB-DCCF-B088-C482-E9DD379EB7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0" y="2805464"/>
            <a:ext cx="6229350" cy="2257425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Header Title]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F5E18B5-D692-99D1-3129-081FD8B734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57200" y="5325926"/>
            <a:ext cx="2723318" cy="34623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180000" rIns="180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US"/>
              <a:t>[Section Header Subtitle]</a:t>
            </a:r>
          </a:p>
        </p:txBody>
      </p:sp>
      <p:pic>
        <p:nvPicPr>
          <p:cNvPr id="3" name="Monogram">
            <a:extLst>
              <a:ext uri="{FF2B5EF4-FFF2-40B4-BE49-F238E27FC236}">
                <a16:creationId xmlns:a16="http://schemas.microsoft.com/office/drawing/2014/main" id="{8655F0AD-D978-B073-4FA1-37918DA9F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457200" y="457198"/>
            <a:ext cx="1235124" cy="123512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E881FDE-0704-1C25-DBAA-EED097E8059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325"/>
          <a:stretch>
            <a:fillRect/>
          </a:stretch>
        </p:blipFill>
        <p:spPr>
          <a:xfrm>
            <a:off x="5562334" y="0"/>
            <a:ext cx="6229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1207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-  Retail Media &amp; Shopper Experiences ">
    <p:bg>
      <p:bgPr>
        <a:solidFill>
          <a:srgbClr val="FFE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Kleidung, Text, Person, Supermarkt enthält.&#10;&#10;KI-generierte Inhalte können fehlerhaft sein.">
            <a:extLst>
              <a:ext uri="{FF2B5EF4-FFF2-40B4-BE49-F238E27FC236}">
                <a16:creationId xmlns:a16="http://schemas.microsoft.com/office/drawing/2014/main" id="{5E7DE933-FE35-EAF0-0CF0-7DB12D80450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4624"/>
          <a:stretch>
            <a:fillRect/>
          </a:stretch>
        </p:blipFill>
        <p:spPr>
          <a:xfrm>
            <a:off x="3421091" y="0"/>
            <a:ext cx="8770909" cy="6858000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5C1CC8CE-F5A4-B759-FD9B-F9AA742A4090}"/>
              </a:ext>
            </a:extLst>
          </p:cNvPr>
          <p:cNvSpPr/>
          <p:nvPr/>
        </p:nvSpPr>
        <p:spPr bwMode="gray">
          <a:xfrm>
            <a:off x="0" y="0"/>
            <a:ext cx="12191999" cy="6860929"/>
          </a:xfrm>
          <a:prstGeom prst="rect">
            <a:avLst/>
          </a:prstGeom>
          <a:gradFill>
            <a:gsLst>
              <a:gs pos="51000">
                <a:srgbClr val="FFE9EE"/>
              </a:gs>
              <a:gs pos="89000">
                <a:srgbClr val="FFE9EE">
                  <a:alpha val="0"/>
                </a:srgbClr>
              </a:gs>
              <a:gs pos="76000">
                <a:srgbClr val="FFE9EE">
                  <a:alpha val="72000"/>
                </a:srgbClr>
              </a:gs>
            </a:gsLst>
            <a:lin ang="21000000" scaled="0"/>
          </a:gra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de-DE" sz="1400"/>
          </a:p>
        </p:txBody>
      </p:sp>
      <p:pic>
        <p:nvPicPr>
          <p:cNvPr id="5" name="Grafik 4" descr="Ein Bild, das Kreis, Astronomisches Objekt, Universum, Astronomie enthält.&#10;&#10;KI-generierte Inhalte können fehlerhaft sein.">
            <a:extLst>
              <a:ext uri="{FF2B5EF4-FFF2-40B4-BE49-F238E27FC236}">
                <a16:creationId xmlns:a16="http://schemas.microsoft.com/office/drawing/2014/main" id="{2C2A48CE-4C50-8128-8704-E83EFE8E9C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2973"/>
          <a:stretch>
            <a:fillRect/>
          </a:stretch>
        </p:blipFill>
        <p:spPr bwMode="gray">
          <a:xfrm>
            <a:off x="4462757" y="0"/>
            <a:ext cx="5195593" cy="400201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7855A369-40DA-D453-A942-1E83D3B1D6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0" y="2805464"/>
            <a:ext cx="6229350" cy="2257425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Header Title]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3EF277A-9DC8-85E4-B10B-835846BBCD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57200" y="5325926"/>
            <a:ext cx="2723318" cy="34623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180000" rIns="180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US"/>
              <a:t>[Section Header Subtitle]</a:t>
            </a:r>
          </a:p>
        </p:txBody>
      </p:sp>
      <p:pic>
        <p:nvPicPr>
          <p:cNvPr id="2" name="Monogram">
            <a:extLst>
              <a:ext uri="{FF2B5EF4-FFF2-40B4-BE49-F238E27FC236}">
                <a16:creationId xmlns:a16="http://schemas.microsoft.com/office/drawing/2014/main" id="{3F2B6983-4E25-6707-7554-3F3A5E96B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457200" y="457198"/>
            <a:ext cx="1235124" cy="1235124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2224222-726D-E83A-7B11-E7A5B107171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2" r="12"/>
          <a:stretch/>
        </p:blipFill>
        <p:spPr>
          <a:xfrm>
            <a:off x="6095999" y="0"/>
            <a:ext cx="52230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784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- Col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391B68F9-F4EA-13D5-1459-6F52189F142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5221288" y="0"/>
            <a:ext cx="6970712" cy="6858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228796C-BF76-F2A2-19B0-C6D79DB9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DBBBEB4-0180-654C-9145-7574618F5CE0}" type="slidenum">
              <a:rPr lang="en-US" smtClean="0"/>
              <a:t>‹N°›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6ED934-9562-E4E0-1E73-3A119B113831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gray">
          <a:xfrm>
            <a:off x="457200" y="1952625"/>
            <a:ext cx="4054642" cy="4265295"/>
          </a:xfrm>
        </p:spPr>
        <p:txBody>
          <a:bodyPr/>
          <a:lstStyle/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2668B91D-E6D8-EFEF-5799-D447DE1A6B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457200"/>
            <a:ext cx="4054642" cy="128016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[Agenda]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543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6C890180-5D7E-A7ED-3767-DC2C4B80DA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58" b="7858"/>
          <a:stretch/>
        </p:blipFill>
        <p:spPr bwMode="gray">
          <a:xfrm>
            <a:off x="0" y="0"/>
            <a:ext cx="12190731" cy="6858000"/>
          </a:xfrm>
          <a:prstGeom prst="rect">
            <a:avLst/>
          </a:prstGeom>
        </p:spPr>
      </p:pic>
      <p:sp>
        <p:nvSpPr>
          <p:cNvPr id="22" name="Rechteck 21">
            <a:extLst>
              <a:ext uri="{FF2B5EF4-FFF2-40B4-BE49-F238E27FC236}">
                <a16:creationId xmlns:a16="http://schemas.microsoft.com/office/drawing/2014/main" id="{F7BCEBB0-541A-FCCB-1F58-3E4C4218E25E}"/>
              </a:ext>
            </a:extLst>
          </p:cNvPr>
          <p:cNvSpPr/>
          <p:nvPr userDrawn="1"/>
        </p:nvSpPr>
        <p:spPr bwMode="gray">
          <a:xfrm>
            <a:off x="0" y="223373"/>
            <a:ext cx="12192000" cy="6728394"/>
          </a:xfrm>
          <a:prstGeom prst="rect">
            <a:avLst/>
          </a:prstGeom>
          <a:gradFill>
            <a:gsLst>
              <a:gs pos="32000">
                <a:schemeClr val="bg1"/>
              </a:gs>
              <a:gs pos="67000">
                <a:schemeClr val="bg1">
                  <a:alpha val="0"/>
                </a:schemeClr>
              </a:gs>
              <a:gs pos="48000">
                <a:schemeClr val="bg1">
                  <a:alpha val="59000"/>
                </a:schemeClr>
              </a:gs>
            </a:gsLst>
            <a:lin ang="16800000" scaled="0"/>
          </a:gra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de-DE" sz="140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2668B91D-E6D8-EFEF-5799-D447DE1A6B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457200"/>
            <a:ext cx="7458075" cy="128016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[Agenda]</a:t>
            </a:r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04A5032-2320-7DB0-B22C-1FDE50F5BAB5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7477798" y="3609474"/>
            <a:ext cx="1911349" cy="1086594"/>
          </a:xfrm>
        </p:spPr>
        <p:txBody>
          <a:bodyPr anchor="ctr"/>
          <a:lstStyle>
            <a:lvl1pPr algn="ctr">
              <a:buFontTx/>
              <a:buNone/>
              <a:defRPr sz="66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/>
              <a:t>[Nr. ]</a:t>
            </a:r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63520D9-7DB2-DB28-D9C8-DEC4C49607AD}"/>
              </a:ext>
            </a:extLst>
          </p:cNvPr>
          <p:cNvSpPr>
            <a:spLocks noGrp="1"/>
          </p:cNvSpPr>
          <p:nvPr>
            <p:ph idx="17" hasCustomPrompt="1"/>
          </p:nvPr>
        </p:nvSpPr>
        <p:spPr bwMode="gray">
          <a:xfrm>
            <a:off x="5140326" y="3609474"/>
            <a:ext cx="1911349" cy="1086594"/>
          </a:xfrm>
        </p:spPr>
        <p:txBody>
          <a:bodyPr anchor="ctr"/>
          <a:lstStyle>
            <a:lvl1pPr algn="ctr">
              <a:buFontTx/>
              <a:buNone/>
              <a:defRPr sz="66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/>
              <a:t>[Nr. ]</a:t>
            </a:r>
            <a:endParaRPr lang="en-US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68EAC22-0755-0164-270D-E825A5F6BB56}"/>
              </a:ext>
            </a:extLst>
          </p:cNvPr>
          <p:cNvSpPr>
            <a:spLocks noGrp="1"/>
          </p:cNvSpPr>
          <p:nvPr>
            <p:ph idx="18" hasCustomPrompt="1"/>
          </p:nvPr>
        </p:nvSpPr>
        <p:spPr bwMode="gray">
          <a:xfrm>
            <a:off x="2798763" y="3609474"/>
            <a:ext cx="1911349" cy="1086594"/>
          </a:xfrm>
        </p:spPr>
        <p:txBody>
          <a:bodyPr anchor="ctr"/>
          <a:lstStyle>
            <a:lvl1pPr algn="ctr">
              <a:buFontTx/>
              <a:buNone/>
              <a:defRPr sz="66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/>
              <a:t>[Nr. ]</a:t>
            </a:r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5D02FF9-63AD-0C3A-2190-175B1C7CFE37}"/>
              </a:ext>
            </a:extLst>
          </p:cNvPr>
          <p:cNvSpPr>
            <a:spLocks noGrp="1"/>
          </p:cNvSpPr>
          <p:nvPr>
            <p:ph idx="19" hasCustomPrompt="1"/>
          </p:nvPr>
        </p:nvSpPr>
        <p:spPr bwMode="gray">
          <a:xfrm>
            <a:off x="457200" y="3609474"/>
            <a:ext cx="1911349" cy="1086594"/>
          </a:xfrm>
        </p:spPr>
        <p:txBody>
          <a:bodyPr anchor="ctr"/>
          <a:lstStyle>
            <a:lvl1pPr algn="ctr">
              <a:buFontTx/>
              <a:buNone/>
              <a:defRPr sz="66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/>
              <a:t>[Nr. ]</a:t>
            </a: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5F29B0B-527F-F783-EF7F-856C8DA3AFC5}"/>
              </a:ext>
            </a:extLst>
          </p:cNvPr>
          <p:cNvSpPr>
            <a:spLocks noGrp="1"/>
          </p:cNvSpPr>
          <p:nvPr>
            <p:ph idx="20" hasCustomPrompt="1"/>
          </p:nvPr>
        </p:nvSpPr>
        <p:spPr bwMode="gray">
          <a:xfrm>
            <a:off x="9823451" y="3609474"/>
            <a:ext cx="1911349" cy="1086594"/>
          </a:xfrm>
        </p:spPr>
        <p:txBody>
          <a:bodyPr anchor="ctr"/>
          <a:lstStyle>
            <a:lvl1pPr algn="ctr">
              <a:buFontTx/>
              <a:buNone/>
              <a:defRPr sz="66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/>
              <a:t>[Nr. ]</a:t>
            </a:r>
            <a:endParaRPr lang="en-US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90775942-5669-D191-98E6-F19268429AAD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457200" y="4848726"/>
            <a:ext cx="1911349" cy="1369193"/>
          </a:xfrm>
        </p:spPr>
        <p:txBody>
          <a:bodyPr/>
          <a:lstStyle>
            <a:lvl1pPr algn="ctr">
              <a:buFontTx/>
              <a:buNone/>
              <a:defRPr sz="16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B60E234B-B9C2-315A-93F8-D30441643CCB}"/>
              </a:ext>
            </a:extLst>
          </p:cNvPr>
          <p:cNvSpPr>
            <a:spLocks noGrp="1"/>
          </p:cNvSpPr>
          <p:nvPr>
            <p:ph idx="21" hasCustomPrompt="1"/>
          </p:nvPr>
        </p:nvSpPr>
        <p:spPr bwMode="gray">
          <a:xfrm>
            <a:off x="2798763" y="4848726"/>
            <a:ext cx="1911349" cy="1369193"/>
          </a:xfrm>
        </p:spPr>
        <p:txBody>
          <a:bodyPr/>
          <a:lstStyle>
            <a:lvl1pPr algn="ctr">
              <a:buFontTx/>
              <a:buNone/>
              <a:defRPr sz="16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FC664CCB-A38C-2C56-365A-247A2B480801}"/>
              </a:ext>
            </a:extLst>
          </p:cNvPr>
          <p:cNvSpPr>
            <a:spLocks noGrp="1"/>
          </p:cNvSpPr>
          <p:nvPr>
            <p:ph idx="22" hasCustomPrompt="1"/>
          </p:nvPr>
        </p:nvSpPr>
        <p:spPr bwMode="gray">
          <a:xfrm>
            <a:off x="5140326" y="4848726"/>
            <a:ext cx="1911349" cy="1369193"/>
          </a:xfrm>
        </p:spPr>
        <p:txBody>
          <a:bodyPr/>
          <a:lstStyle>
            <a:lvl1pPr algn="ctr">
              <a:buFontTx/>
              <a:buNone/>
              <a:defRPr sz="16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0C011FD-C020-E8B9-719A-6E0D92D5A378}"/>
              </a:ext>
            </a:extLst>
          </p:cNvPr>
          <p:cNvSpPr>
            <a:spLocks noGrp="1"/>
          </p:cNvSpPr>
          <p:nvPr>
            <p:ph idx="23" hasCustomPrompt="1"/>
          </p:nvPr>
        </p:nvSpPr>
        <p:spPr bwMode="gray">
          <a:xfrm>
            <a:off x="7477798" y="4848726"/>
            <a:ext cx="1911349" cy="1369193"/>
          </a:xfrm>
        </p:spPr>
        <p:txBody>
          <a:bodyPr/>
          <a:lstStyle>
            <a:lvl1pPr algn="ctr">
              <a:buFontTx/>
              <a:buNone/>
              <a:defRPr sz="16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48416D0D-5E94-B464-342C-5229008F981D}"/>
              </a:ext>
            </a:extLst>
          </p:cNvPr>
          <p:cNvSpPr>
            <a:spLocks noGrp="1"/>
          </p:cNvSpPr>
          <p:nvPr>
            <p:ph idx="24" hasCustomPrompt="1"/>
          </p:nvPr>
        </p:nvSpPr>
        <p:spPr bwMode="gray">
          <a:xfrm>
            <a:off x="9823451" y="4848726"/>
            <a:ext cx="1911349" cy="1369193"/>
          </a:xfrm>
        </p:spPr>
        <p:txBody>
          <a:bodyPr/>
          <a:lstStyle>
            <a:lvl1pPr algn="ctr">
              <a:buFontTx/>
              <a:buNone/>
              <a:defRPr sz="16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C0F84EC-53E5-8215-42D0-4D79C7E62E4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3DBBBEB4-0180-654C-9145-7574618F5CE0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" name="Line">
            <a:extLst>
              <a:ext uri="{FF2B5EF4-FFF2-40B4-BE49-F238E27FC236}">
                <a16:creationId xmlns:a16="http://schemas.microsoft.com/office/drawing/2014/main" id="{802E277F-B86C-0732-E199-1C4924075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81037" y="6423660"/>
            <a:ext cx="0" cy="228600"/>
          </a:xfrm>
          <a:prstGeom prst="line">
            <a:avLst/>
          </a:prstGeom>
          <a:ln w="63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</p:cxnSp>
      <p:sp>
        <p:nvSpPr>
          <p:cNvPr id="4" name="TextBox">
            <a:extLst>
              <a:ext uri="{FF2B5EF4-FFF2-40B4-BE49-F238E27FC236}">
                <a16:creationId xmlns:a16="http://schemas.microsoft.com/office/drawing/2014/main" id="{B32CF0F3-6809-7344-A8B8-C46A2EC43E09}"/>
              </a:ext>
            </a:extLst>
          </p:cNvPr>
          <p:cNvSpPr txBox="1"/>
          <p:nvPr/>
        </p:nvSpPr>
        <p:spPr>
          <a:xfrm>
            <a:off x="1268362" y="6451747"/>
            <a:ext cx="4400550" cy="1828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>
                <a:latin typeface="+mj-lt"/>
              </a:rPr>
              <a:t>Proprietary and confidential. Do not distribute.</a:t>
            </a:r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52090ABF-FCDA-9E97-E2F1-D60829E6D28C}"/>
              </a:ext>
            </a:extLst>
          </p:cNvPr>
          <p:cNvSpPr>
            <a:spLocks noChangeAspect="1"/>
          </p:cNvSpPr>
          <p:nvPr/>
        </p:nvSpPr>
        <p:spPr>
          <a:xfrm>
            <a:off x="459865" y="6486066"/>
            <a:ext cx="460885" cy="115384"/>
          </a:xfrm>
          <a:custGeom>
            <a:avLst/>
            <a:gdLst>
              <a:gd name="connsiteX0" fmla="*/ 143706 w 598655"/>
              <a:gd name="connsiteY0" fmla="*/ 104764 h 149875"/>
              <a:gd name="connsiteX1" fmla="*/ 143706 w 598655"/>
              <a:gd name="connsiteY1" fmla="*/ 48482 h 149875"/>
              <a:gd name="connsiteX2" fmla="*/ 170476 w 598655"/>
              <a:gd name="connsiteY2" fmla="*/ 48482 h 149875"/>
              <a:gd name="connsiteX3" fmla="*/ 170476 w 598655"/>
              <a:gd name="connsiteY3" fmla="*/ 102868 h 149875"/>
              <a:gd name="connsiteX4" fmla="*/ 189448 w 598655"/>
              <a:gd name="connsiteY4" fmla="*/ 126264 h 149875"/>
              <a:gd name="connsiteX5" fmla="*/ 208841 w 598655"/>
              <a:gd name="connsiteY5" fmla="*/ 102868 h 149875"/>
              <a:gd name="connsiteX6" fmla="*/ 208841 w 598655"/>
              <a:gd name="connsiteY6" fmla="*/ 48482 h 149875"/>
              <a:gd name="connsiteX7" fmla="*/ 235611 w 598655"/>
              <a:gd name="connsiteY7" fmla="*/ 48482 h 149875"/>
              <a:gd name="connsiteX8" fmla="*/ 235611 w 598655"/>
              <a:gd name="connsiteY8" fmla="*/ 104975 h 149875"/>
              <a:gd name="connsiteX9" fmla="*/ 189448 w 598655"/>
              <a:gd name="connsiteY9" fmla="*/ 149874 h 149875"/>
              <a:gd name="connsiteX10" fmla="*/ 143705 w 598655"/>
              <a:gd name="connsiteY10" fmla="*/ 104764 h 149875"/>
              <a:gd name="connsiteX11" fmla="*/ 249543 w 598655"/>
              <a:gd name="connsiteY11" fmla="*/ 117832 h 149875"/>
              <a:gd name="connsiteX12" fmla="*/ 273154 w 598655"/>
              <a:gd name="connsiteY12" fmla="*/ 117832 h 149875"/>
              <a:gd name="connsiteX13" fmla="*/ 289700 w 598655"/>
              <a:gd name="connsiteY13" fmla="*/ 129004 h 149875"/>
              <a:gd name="connsiteX14" fmla="*/ 302662 w 598655"/>
              <a:gd name="connsiteY14" fmla="*/ 120573 h 149875"/>
              <a:gd name="connsiteX15" fmla="*/ 252071 w 598655"/>
              <a:gd name="connsiteY15" fmla="*/ 76097 h 149875"/>
              <a:gd name="connsiteX16" fmla="*/ 288116 w 598655"/>
              <a:gd name="connsiteY16" fmla="*/ 46374 h 149875"/>
              <a:gd name="connsiteX17" fmla="*/ 326059 w 598655"/>
              <a:gd name="connsiteY17" fmla="*/ 77150 h 149875"/>
              <a:gd name="connsiteX18" fmla="*/ 302446 w 598655"/>
              <a:gd name="connsiteY18" fmla="*/ 77150 h 149875"/>
              <a:gd name="connsiteX19" fmla="*/ 288850 w 598655"/>
              <a:gd name="connsiteY19" fmla="*/ 67243 h 149875"/>
              <a:gd name="connsiteX20" fmla="*/ 276732 w 598655"/>
              <a:gd name="connsiteY20" fmla="*/ 76097 h 149875"/>
              <a:gd name="connsiteX21" fmla="*/ 327957 w 598655"/>
              <a:gd name="connsiteY21" fmla="*/ 120573 h 149875"/>
              <a:gd name="connsiteX22" fmla="*/ 290434 w 598655"/>
              <a:gd name="connsiteY22" fmla="*/ 149874 h 149875"/>
              <a:gd name="connsiteX23" fmla="*/ 249542 w 598655"/>
              <a:gd name="connsiteY23" fmla="*/ 117832 h 149875"/>
              <a:gd name="connsiteX24" fmla="*/ 341250 w 598655"/>
              <a:gd name="connsiteY24" fmla="*/ 16440 h 149875"/>
              <a:gd name="connsiteX25" fmla="*/ 358112 w 598655"/>
              <a:gd name="connsiteY25" fmla="*/ 0 h 149875"/>
              <a:gd name="connsiteX26" fmla="*/ 374767 w 598655"/>
              <a:gd name="connsiteY26" fmla="*/ 16440 h 149875"/>
              <a:gd name="connsiteX27" fmla="*/ 358112 w 598655"/>
              <a:gd name="connsiteY27" fmla="*/ 32672 h 149875"/>
              <a:gd name="connsiteX28" fmla="*/ 341250 w 598655"/>
              <a:gd name="connsiteY28" fmla="*/ 16440 h 149875"/>
              <a:gd name="connsiteX29" fmla="*/ 344833 w 598655"/>
              <a:gd name="connsiteY29" fmla="*/ 147555 h 149875"/>
              <a:gd name="connsiteX30" fmla="*/ 344833 w 598655"/>
              <a:gd name="connsiteY30" fmla="*/ 48482 h 149875"/>
              <a:gd name="connsiteX31" fmla="*/ 371393 w 598655"/>
              <a:gd name="connsiteY31" fmla="*/ 48482 h 149875"/>
              <a:gd name="connsiteX32" fmla="*/ 371393 w 598655"/>
              <a:gd name="connsiteY32" fmla="*/ 147555 h 149875"/>
              <a:gd name="connsiteX33" fmla="*/ 344833 w 598655"/>
              <a:gd name="connsiteY33" fmla="*/ 147555 h 149875"/>
              <a:gd name="connsiteX34" fmla="*/ 387005 w 598655"/>
              <a:gd name="connsiteY34" fmla="*/ 98018 h 149875"/>
              <a:gd name="connsiteX35" fmla="*/ 439915 w 598655"/>
              <a:gd name="connsiteY35" fmla="*/ 46374 h 149875"/>
              <a:gd name="connsiteX36" fmla="*/ 492823 w 598655"/>
              <a:gd name="connsiteY36" fmla="*/ 98018 h 149875"/>
              <a:gd name="connsiteX37" fmla="*/ 439915 w 598655"/>
              <a:gd name="connsiteY37" fmla="*/ 149874 h 149875"/>
              <a:gd name="connsiteX38" fmla="*/ 387005 w 598655"/>
              <a:gd name="connsiteY38" fmla="*/ 98018 h 149875"/>
              <a:gd name="connsiteX39" fmla="*/ 466475 w 598655"/>
              <a:gd name="connsiteY39" fmla="*/ 98018 h 149875"/>
              <a:gd name="connsiteX40" fmla="*/ 439916 w 598655"/>
              <a:gd name="connsiteY40" fmla="*/ 69562 h 149875"/>
              <a:gd name="connsiteX41" fmla="*/ 413357 w 598655"/>
              <a:gd name="connsiteY41" fmla="*/ 98018 h 149875"/>
              <a:gd name="connsiteX42" fmla="*/ 439916 w 598655"/>
              <a:gd name="connsiteY42" fmla="*/ 126474 h 149875"/>
              <a:gd name="connsiteX43" fmla="*/ 466475 w 598655"/>
              <a:gd name="connsiteY43" fmla="*/ 98018 h 149875"/>
              <a:gd name="connsiteX44" fmla="*/ 506116 w 598655"/>
              <a:gd name="connsiteY44" fmla="*/ 147555 h 149875"/>
              <a:gd name="connsiteX45" fmla="*/ 506116 w 598655"/>
              <a:gd name="connsiteY45" fmla="*/ 91274 h 149875"/>
              <a:gd name="connsiteX46" fmla="*/ 552490 w 598655"/>
              <a:gd name="connsiteY46" fmla="*/ 46374 h 149875"/>
              <a:gd name="connsiteX47" fmla="*/ 598655 w 598655"/>
              <a:gd name="connsiteY47" fmla="*/ 91274 h 149875"/>
              <a:gd name="connsiteX48" fmla="*/ 598655 w 598655"/>
              <a:gd name="connsiteY48" fmla="*/ 147555 h 149875"/>
              <a:gd name="connsiteX49" fmla="*/ 572096 w 598655"/>
              <a:gd name="connsiteY49" fmla="*/ 147555 h 149875"/>
              <a:gd name="connsiteX50" fmla="*/ 572096 w 598655"/>
              <a:gd name="connsiteY50" fmla="*/ 93381 h 149875"/>
              <a:gd name="connsiteX51" fmla="*/ 552490 w 598655"/>
              <a:gd name="connsiteY51" fmla="*/ 69773 h 149875"/>
              <a:gd name="connsiteX52" fmla="*/ 532887 w 598655"/>
              <a:gd name="connsiteY52" fmla="*/ 93381 h 149875"/>
              <a:gd name="connsiteX53" fmla="*/ 532887 w 598655"/>
              <a:gd name="connsiteY53" fmla="*/ 147555 h 149875"/>
              <a:gd name="connsiteX54" fmla="*/ 506116 w 598655"/>
              <a:gd name="connsiteY54" fmla="*/ 147555 h 149875"/>
              <a:gd name="connsiteX55" fmla="*/ 143475 w 598655"/>
              <a:gd name="connsiteY55" fmla="*/ 3794 h 149875"/>
              <a:gd name="connsiteX56" fmla="*/ 102251 w 598655"/>
              <a:gd name="connsiteY56" fmla="*/ 147555 h 149875"/>
              <a:gd name="connsiteX57" fmla="*/ 72109 w 598655"/>
              <a:gd name="connsiteY57" fmla="*/ 147555 h 149875"/>
              <a:gd name="connsiteX58" fmla="*/ 113332 w 598655"/>
              <a:gd name="connsiteY58" fmla="*/ 3794 h 149875"/>
              <a:gd name="connsiteX59" fmla="*/ 143475 w 598655"/>
              <a:gd name="connsiteY59" fmla="*/ 3794 h 149875"/>
              <a:gd name="connsiteX60" fmla="*/ 71365 w 598655"/>
              <a:gd name="connsiteY60" fmla="*/ 147555 h 149875"/>
              <a:gd name="connsiteX61" fmla="*/ 30142 w 598655"/>
              <a:gd name="connsiteY61" fmla="*/ 3794 h 149875"/>
              <a:gd name="connsiteX62" fmla="*/ 0 w 598655"/>
              <a:gd name="connsiteY62" fmla="*/ 3794 h 149875"/>
              <a:gd name="connsiteX63" fmla="*/ 41223 w 598655"/>
              <a:gd name="connsiteY63" fmla="*/ 147555 h 149875"/>
              <a:gd name="connsiteX64" fmla="*/ 71365 w 598655"/>
              <a:gd name="connsiteY64" fmla="*/ 147555 h 14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98655" h="149875">
                <a:moveTo>
                  <a:pt x="143706" y="104764"/>
                </a:moveTo>
                <a:lnTo>
                  <a:pt x="143706" y="48482"/>
                </a:lnTo>
                <a:lnTo>
                  <a:pt x="170476" y="48482"/>
                </a:lnTo>
                <a:lnTo>
                  <a:pt x="170476" y="102868"/>
                </a:lnTo>
                <a:cubicBezTo>
                  <a:pt x="170476" y="117200"/>
                  <a:pt x="176799" y="126056"/>
                  <a:pt x="189448" y="126264"/>
                </a:cubicBezTo>
                <a:cubicBezTo>
                  <a:pt x="202939" y="126475"/>
                  <a:pt x="208841" y="117622"/>
                  <a:pt x="208841" y="102868"/>
                </a:cubicBezTo>
                <a:lnTo>
                  <a:pt x="208841" y="48482"/>
                </a:lnTo>
                <a:lnTo>
                  <a:pt x="235611" y="48482"/>
                </a:lnTo>
                <a:lnTo>
                  <a:pt x="235611" y="104975"/>
                </a:lnTo>
                <a:cubicBezTo>
                  <a:pt x="235611" y="130271"/>
                  <a:pt x="216850" y="150085"/>
                  <a:pt x="189448" y="149874"/>
                </a:cubicBezTo>
                <a:cubicBezTo>
                  <a:pt x="160148" y="149663"/>
                  <a:pt x="143705" y="130902"/>
                  <a:pt x="143705" y="104764"/>
                </a:cubicBezTo>
                <a:close/>
                <a:moveTo>
                  <a:pt x="249543" y="117832"/>
                </a:moveTo>
                <a:lnTo>
                  <a:pt x="273154" y="117832"/>
                </a:lnTo>
                <a:cubicBezTo>
                  <a:pt x="274420" y="125422"/>
                  <a:pt x="282325" y="129004"/>
                  <a:pt x="289700" y="129004"/>
                </a:cubicBezTo>
                <a:cubicBezTo>
                  <a:pt x="297290" y="129004"/>
                  <a:pt x="302662" y="125422"/>
                  <a:pt x="302662" y="120573"/>
                </a:cubicBezTo>
                <a:cubicBezTo>
                  <a:pt x="302662" y="104552"/>
                  <a:pt x="252071" y="114461"/>
                  <a:pt x="252071" y="76097"/>
                </a:cubicBezTo>
                <a:cubicBezTo>
                  <a:pt x="252071" y="59654"/>
                  <a:pt x="265773" y="46374"/>
                  <a:pt x="288116" y="46374"/>
                </a:cubicBezTo>
                <a:cubicBezTo>
                  <a:pt x="309829" y="46163"/>
                  <a:pt x="324584" y="57757"/>
                  <a:pt x="326059" y="77150"/>
                </a:cubicBezTo>
                <a:lnTo>
                  <a:pt x="302446" y="77150"/>
                </a:lnTo>
                <a:cubicBezTo>
                  <a:pt x="301391" y="71248"/>
                  <a:pt x="296018" y="67243"/>
                  <a:pt x="288850" y="67243"/>
                </a:cubicBezTo>
                <a:cubicBezTo>
                  <a:pt x="281894" y="67243"/>
                  <a:pt x="276732" y="71037"/>
                  <a:pt x="276732" y="76097"/>
                </a:cubicBezTo>
                <a:cubicBezTo>
                  <a:pt x="276732" y="91484"/>
                  <a:pt x="327957" y="82631"/>
                  <a:pt x="327957" y="120573"/>
                </a:cubicBezTo>
                <a:cubicBezTo>
                  <a:pt x="327957" y="138279"/>
                  <a:pt x="310670" y="149874"/>
                  <a:pt x="290434" y="149874"/>
                </a:cubicBezTo>
                <a:cubicBezTo>
                  <a:pt x="267459" y="149874"/>
                  <a:pt x="251016" y="136594"/>
                  <a:pt x="249542" y="117832"/>
                </a:cubicBezTo>
                <a:close/>
                <a:moveTo>
                  <a:pt x="341250" y="16440"/>
                </a:moveTo>
                <a:cubicBezTo>
                  <a:pt x="341250" y="7376"/>
                  <a:pt x="348837" y="0"/>
                  <a:pt x="358112" y="0"/>
                </a:cubicBezTo>
                <a:cubicBezTo>
                  <a:pt x="367177" y="0"/>
                  <a:pt x="374767" y="7376"/>
                  <a:pt x="374767" y="16440"/>
                </a:cubicBezTo>
                <a:cubicBezTo>
                  <a:pt x="374767" y="25504"/>
                  <a:pt x="367177" y="32672"/>
                  <a:pt x="358112" y="32672"/>
                </a:cubicBezTo>
                <a:cubicBezTo>
                  <a:pt x="348837" y="32672"/>
                  <a:pt x="341250" y="25505"/>
                  <a:pt x="341250" y="16440"/>
                </a:cubicBezTo>
                <a:close/>
                <a:moveTo>
                  <a:pt x="344833" y="147555"/>
                </a:moveTo>
                <a:lnTo>
                  <a:pt x="344833" y="48482"/>
                </a:lnTo>
                <a:lnTo>
                  <a:pt x="371393" y="48482"/>
                </a:lnTo>
                <a:lnTo>
                  <a:pt x="371393" y="147555"/>
                </a:lnTo>
                <a:lnTo>
                  <a:pt x="344833" y="147555"/>
                </a:lnTo>
                <a:close/>
                <a:moveTo>
                  <a:pt x="387005" y="98018"/>
                </a:moveTo>
                <a:cubicBezTo>
                  <a:pt x="387005" y="68718"/>
                  <a:pt x="409140" y="46374"/>
                  <a:pt x="439915" y="46374"/>
                </a:cubicBezTo>
                <a:cubicBezTo>
                  <a:pt x="470691" y="46374"/>
                  <a:pt x="492823" y="68718"/>
                  <a:pt x="492823" y="98018"/>
                </a:cubicBezTo>
                <a:cubicBezTo>
                  <a:pt x="492823" y="127318"/>
                  <a:pt x="470690" y="149874"/>
                  <a:pt x="439915" y="149874"/>
                </a:cubicBezTo>
                <a:cubicBezTo>
                  <a:pt x="409141" y="149874"/>
                  <a:pt x="387005" y="127318"/>
                  <a:pt x="387005" y="98018"/>
                </a:cubicBezTo>
                <a:close/>
                <a:moveTo>
                  <a:pt x="466475" y="98018"/>
                </a:moveTo>
                <a:cubicBezTo>
                  <a:pt x="466475" y="81364"/>
                  <a:pt x="455303" y="69562"/>
                  <a:pt x="439916" y="69562"/>
                </a:cubicBezTo>
                <a:cubicBezTo>
                  <a:pt x="424529" y="69562"/>
                  <a:pt x="413357" y="81364"/>
                  <a:pt x="413357" y="98018"/>
                </a:cubicBezTo>
                <a:cubicBezTo>
                  <a:pt x="413357" y="114883"/>
                  <a:pt x="424529" y="126474"/>
                  <a:pt x="439916" y="126474"/>
                </a:cubicBezTo>
                <a:cubicBezTo>
                  <a:pt x="455303" y="126474"/>
                  <a:pt x="466475" y="114883"/>
                  <a:pt x="466475" y="98018"/>
                </a:cubicBezTo>
                <a:close/>
                <a:moveTo>
                  <a:pt x="506116" y="147555"/>
                </a:moveTo>
                <a:lnTo>
                  <a:pt x="506116" y="91274"/>
                </a:lnTo>
                <a:cubicBezTo>
                  <a:pt x="506116" y="65136"/>
                  <a:pt x="522770" y="46374"/>
                  <a:pt x="552490" y="46374"/>
                </a:cubicBezTo>
                <a:cubicBezTo>
                  <a:pt x="582001" y="46374"/>
                  <a:pt x="598655" y="65136"/>
                  <a:pt x="598655" y="91274"/>
                </a:cubicBezTo>
                <a:lnTo>
                  <a:pt x="598655" y="147555"/>
                </a:lnTo>
                <a:lnTo>
                  <a:pt x="572096" y="147555"/>
                </a:lnTo>
                <a:lnTo>
                  <a:pt x="572096" y="93381"/>
                </a:lnTo>
                <a:cubicBezTo>
                  <a:pt x="572096" y="78838"/>
                  <a:pt x="565559" y="69773"/>
                  <a:pt x="552490" y="69773"/>
                </a:cubicBezTo>
                <a:cubicBezTo>
                  <a:pt x="539421" y="69773"/>
                  <a:pt x="532887" y="78838"/>
                  <a:pt x="532887" y="93381"/>
                </a:cubicBezTo>
                <a:lnTo>
                  <a:pt x="532887" y="147555"/>
                </a:lnTo>
                <a:lnTo>
                  <a:pt x="506116" y="147555"/>
                </a:lnTo>
                <a:close/>
                <a:moveTo>
                  <a:pt x="143475" y="3794"/>
                </a:moveTo>
                <a:lnTo>
                  <a:pt x="102251" y="147555"/>
                </a:lnTo>
                <a:lnTo>
                  <a:pt x="72109" y="147555"/>
                </a:lnTo>
                <a:lnTo>
                  <a:pt x="113332" y="3794"/>
                </a:lnTo>
                <a:lnTo>
                  <a:pt x="143475" y="3794"/>
                </a:lnTo>
                <a:close/>
                <a:moveTo>
                  <a:pt x="71365" y="147555"/>
                </a:moveTo>
                <a:lnTo>
                  <a:pt x="30142" y="3794"/>
                </a:lnTo>
                <a:lnTo>
                  <a:pt x="0" y="3794"/>
                </a:lnTo>
                <a:cubicBezTo>
                  <a:pt x="0" y="3794"/>
                  <a:pt x="41223" y="147555"/>
                  <a:pt x="41223" y="147555"/>
                </a:cubicBezTo>
                <a:lnTo>
                  <a:pt x="71365" y="147555"/>
                </a:lnTo>
                <a:close/>
              </a:path>
            </a:pathLst>
          </a:custGeom>
          <a:solidFill>
            <a:schemeClr val="tx1"/>
          </a:solidFill>
          <a:ln w="68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389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B7B3CBC-1621-7608-246E-85C54B1D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DBBBEB4-0180-654C-9145-7574618F5CE0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62310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1C63AAF4-5B5D-F74C-48A0-9A4FC18B99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B1E0AE1-A0DF-92FC-4825-351012C93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DBBBEB4-0180-654C-9145-7574618F5CE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61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3B2EE61B-5287-AA8C-BE1E-1122FD91BA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/>
              <a:t>[Slide Title]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E458431-8583-51D8-EFDF-3CB57CF458CA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228796C-BF76-F2A2-19B0-C6D79DB9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DBBBEB4-0180-654C-9145-7574618F5CE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361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 Column - Color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3B2EE61B-5287-AA8C-BE1E-1122FD91BA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E458431-8583-51D8-EFDF-3CB57CF458CA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228796C-BF76-F2A2-19B0-C6D79DB9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DBBBEB4-0180-654C-9145-7574618F5CE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100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03FE454A-1886-EE8C-BDA4-13EB58611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457200"/>
            <a:ext cx="7461504" cy="128016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0DC3DF6-C9F6-C10C-A18A-7FFC9C834BC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57200" y="1952625"/>
            <a:ext cx="5543550" cy="426529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A17C7368-CBB5-8F1E-E75B-5222AB2660F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6188076" y="1952625"/>
            <a:ext cx="5546723" cy="426529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6E3027D-35FD-68B2-02C8-3D246464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DBBBEB4-0180-654C-9145-7574618F5CE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458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 Columns - Color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03FE454A-1886-EE8C-BDA4-13EB58611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457200"/>
            <a:ext cx="7461504" cy="128016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0DC3DF6-C9F6-C10C-A18A-7FFC9C834BC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57200" y="1952625"/>
            <a:ext cx="5543550" cy="426529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A17C7368-CBB5-8F1E-E75B-5222AB2660F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6188076" y="1952625"/>
            <a:ext cx="5546723" cy="426529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6E3027D-35FD-68B2-02C8-3D246464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DBBBEB4-0180-654C-9145-7574618F5CE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516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 Columns - Spl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E0EEC0F-28CD-703E-8CFA-5E995213A400}"/>
              </a:ext>
            </a:extLst>
          </p:cNvPr>
          <p:cNvSpPr/>
          <p:nvPr/>
        </p:nvSpPr>
        <p:spPr bwMode="gray">
          <a:xfrm>
            <a:off x="6188075" y="0"/>
            <a:ext cx="6003925" cy="6858000"/>
          </a:xfrm>
          <a:prstGeom prst="rect">
            <a:avLst/>
          </a:prstGeom>
          <a:solidFill>
            <a:srgbClr val="FDF6E3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40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03FE454A-1886-EE8C-BDA4-13EB58611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457200"/>
            <a:ext cx="5543550" cy="128016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0DC3DF6-C9F6-C10C-A18A-7FFC9C834BC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57200" y="1952625"/>
            <a:ext cx="5543550" cy="426529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A17C7368-CBB5-8F1E-E75B-5222AB2660F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6629400" y="1952625"/>
            <a:ext cx="5105399" cy="426529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6E3027D-35FD-68B2-02C8-3D246464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DBBBEB4-0180-654C-9145-7574618F5CE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6070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03FE454A-1886-EE8C-BDA4-13EB58611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457200"/>
            <a:ext cx="7461504" cy="128016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0DC3DF6-C9F6-C10C-A18A-7FFC9C834BC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57200" y="1952625"/>
            <a:ext cx="3635375" cy="426529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A17C7368-CBB5-8F1E-E75B-5222AB2660F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4283329" y="1952625"/>
            <a:ext cx="3635375" cy="426529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89F861A-7E17-ADDD-DC86-C4F0408ED1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gray">
          <a:xfrm>
            <a:off x="8109459" y="1952625"/>
            <a:ext cx="3635374" cy="426529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3027D-35FD-68B2-02C8-3D246464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DBBBEB4-0180-654C-9145-7574618F5CE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8811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 Columns Numbers - Color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3671AAA6-5022-A4E6-6BE7-230C8103E5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3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" t="16475" r="34258"/>
          <a:stretch/>
        </p:blipFill>
        <p:spPr bwMode="gray">
          <a:xfrm>
            <a:off x="7893986" y="0"/>
            <a:ext cx="4298014" cy="5462337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03FE454A-1886-EE8C-BDA4-13EB58611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457200"/>
            <a:ext cx="7461504" cy="128016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0DC3DF6-C9F6-C10C-A18A-7FFC9C834BC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57200" y="3286447"/>
            <a:ext cx="3635375" cy="293337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A17C7368-CBB5-8F1E-E75B-5222AB2660F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4283329" y="3284542"/>
            <a:ext cx="3635375" cy="293337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89F861A-7E17-ADDD-DC86-C4F0408ED1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gray">
          <a:xfrm>
            <a:off x="8109459" y="3284542"/>
            <a:ext cx="3635374" cy="293337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3027D-35FD-68B2-02C8-3D246464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DBBBEB4-0180-654C-9145-7574618F5CE0}" type="slidenum">
              <a:rPr lang="en-US" smtClean="0"/>
              <a:t>‹N°›</a:t>
            </a:fld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24C3A2A-81AB-D7C0-4721-F564DEE0B3F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 bwMode="gray">
          <a:xfrm>
            <a:off x="457201" y="1973092"/>
            <a:ext cx="942466" cy="555869"/>
          </a:xfrm>
        </p:spPr>
        <p:txBody>
          <a:bodyPr/>
          <a:lstStyle>
            <a:lvl1pPr>
              <a:buFontTx/>
              <a:buNone/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/>
              <a:t>[Nr. ]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9D50124-A518-60CD-6824-94C005C58E56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 bwMode="gray">
          <a:xfrm>
            <a:off x="4283329" y="1973092"/>
            <a:ext cx="942466" cy="555869"/>
          </a:xfrm>
        </p:spPr>
        <p:txBody>
          <a:bodyPr/>
          <a:lstStyle>
            <a:lvl1pPr>
              <a:buFontTx/>
              <a:buNone/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/>
              <a:t>[Nr. ]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7EA68F99-B2BD-E615-99BA-8BB6A9F618E1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8109459" y="1973092"/>
            <a:ext cx="942466" cy="555869"/>
          </a:xfrm>
        </p:spPr>
        <p:txBody>
          <a:bodyPr/>
          <a:lstStyle>
            <a:lvl1pPr>
              <a:buFontTx/>
              <a:buNone/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/>
              <a:t>[Nr. ]</a:t>
            </a:r>
          </a:p>
        </p:txBody>
      </p:sp>
      <p:cxnSp>
        <p:nvCxnSpPr>
          <p:cNvPr id="14" name="Gerader Verbinder 17">
            <a:extLst>
              <a:ext uri="{FF2B5EF4-FFF2-40B4-BE49-F238E27FC236}">
                <a16:creationId xmlns:a16="http://schemas.microsoft.com/office/drawing/2014/main" id="{0565FBB1-0AE7-D277-B1FB-4188A959983D}"/>
              </a:ext>
            </a:extLst>
          </p:cNvPr>
          <p:cNvCxnSpPr>
            <a:cxnSpLocks/>
          </p:cNvCxnSpPr>
          <p:nvPr/>
        </p:nvCxnSpPr>
        <p:spPr bwMode="gray">
          <a:xfrm>
            <a:off x="457200" y="3101662"/>
            <a:ext cx="3636000" cy="0"/>
          </a:xfrm>
          <a:prstGeom prst="line">
            <a:avLst/>
          </a:prstGeom>
          <a:ln w="3175">
            <a:solidFill>
              <a:srgbClr val="FEE1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7">
            <a:extLst>
              <a:ext uri="{FF2B5EF4-FFF2-40B4-BE49-F238E27FC236}">
                <a16:creationId xmlns:a16="http://schemas.microsoft.com/office/drawing/2014/main" id="{824B56CD-F3ED-9062-F08B-C55A11498563}"/>
              </a:ext>
            </a:extLst>
          </p:cNvPr>
          <p:cNvCxnSpPr>
            <a:cxnSpLocks/>
          </p:cNvCxnSpPr>
          <p:nvPr/>
        </p:nvCxnSpPr>
        <p:spPr bwMode="gray">
          <a:xfrm>
            <a:off x="4276725" y="3101662"/>
            <a:ext cx="3636000" cy="0"/>
          </a:xfrm>
          <a:prstGeom prst="line">
            <a:avLst/>
          </a:prstGeom>
          <a:ln w="3175">
            <a:solidFill>
              <a:srgbClr val="FEE1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74F44055-64A0-FB04-21FD-B08A9D84C2D1}"/>
              </a:ext>
            </a:extLst>
          </p:cNvPr>
          <p:cNvCxnSpPr>
            <a:cxnSpLocks/>
          </p:cNvCxnSpPr>
          <p:nvPr/>
        </p:nvCxnSpPr>
        <p:spPr bwMode="gray">
          <a:xfrm>
            <a:off x="8109459" y="3101662"/>
            <a:ext cx="3636000" cy="0"/>
          </a:xfrm>
          <a:prstGeom prst="line">
            <a:avLst/>
          </a:prstGeom>
          <a:ln w="3175">
            <a:solidFill>
              <a:srgbClr val="FEE1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A7777A9B-CE37-EADD-2484-A2974C38532B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 bwMode="gray">
          <a:xfrm>
            <a:off x="457200" y="2530866"/>
            <a:ext cx="3635375" cy="454871"/>
          </a:xfrm>
        </p:spPr>
        <p:txBody>
          <a:bodyPr anchor="t"/>
          <a:lstStyle>
            <a:lvl1pPr>
              <a:buFontTx/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Cliquez pour modifier les styles du texte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D8C25DDB-E7C5-58D4-D877-5A01A5275F4D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 bwMode="gray">
          <a:xfrm>
            <a:off x="4283329" y="2528961"/>
            <a:ext cx="3635375" cy="454871"/>
          </a:xfrm>
        </p:spPr>
        <p:txBody>
          <a:bodyPr anchor="t"/>
          <a:lstStyle>
            <a:lvl1pPr>
              <a:buFontTx/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Cliquez pour modifier les styles du texte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42C948D2-9584-AAF5-754E-BD531196CF0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 bwMode="gray">
          <a:xfrm>
            <a:off x="8109459" y="2528961"/>
            <a:ext cx="3635374" cy="454871"/>
          </a:xfrm>
        </p:spPr>
        <p:txBody>
          <a:bodyPr anchor="t"/>
          <a:lstStyle>
            <a:lvl1pPr>
              <a:buFontTx/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Cliquez pour modifier les styles du texte</a:t>
            </a:r>
          </a:p>
        </p:txBody>
      </p:sp>
      <p:cxnSp>
        <p:nvCxnSpPr>
          <p:cNvPr id="8" name="Gerader Verbinder 17">
            <a:extLst>
              <a:ext uri="{FF2B5EF4-FFF2-40B4-BE49-F238E27FC236}">
                <a16:creationId xmlns:a16="http://schemas.microsoft.com/office/drawing/2014/main" id="{EA3D38D7-5F0D-EE62-841C-DF9E79219D62}"/>
              </a:ext>
            </a:extLst>
          </p:cNvPr>
          <p:cNvCxnSpPr>
            <a:cxnSpLocks/>
          </p:cNvCxnSpPr>
          <p:nvPr/>
        </p:nvCxnSpPr>
        <p:spPr bwMode="gray">
          <a:xfrm>
            <a:off x="457200" y="3101662"/>
            <a:ext cx="3636000" cy="0"/>
          </a:xfrm>
          <a:prstGeom prst="line">
            <a:avLst/>
          </a:prstGeom>
          <a:ln w="3175">
            <a:solidFill>
              <a:srgbClr val="FEE1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17">
            <a:extLst>
              <a:ext uri="{FF2B5EF4-FFF2-40B4-BE49-F238E27FC236}">
                <a16:creationId xmlns:a16="http://schemas.microsoft.com/office/drawing/2014/main" id="{DDFDE26E-6D9B-1810-9EA2-3C0599F18C14}"/>
              </a:ext>
            </a:extLst>
          </p:cNvPr>
          <p:cNvCxnSpPr>
            <a:cxnSpLocks/>
          </p:cNvCxnSpPr>
          <p:nvPr/>
        </p:nvCxnSpPr>
        <p:spPr bwMode="gray">
          <a:xfrm>
            <a:off x="4276725" y="3101662"/>
            <a:ext cx="3636000" cy="0"/>
          </a:xfrm>
          <a:prstGeom prst="line">
            <a:avLst/>
          </a:prstGeom>
          <a:ln w="3175">
            <a:solidFill>
              <a:srgbClr val="FEE1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D4651D55-AA8B-0A0F-ABDB-A354A0C129C6}"/>
              </a:ext>
            </a:extLst>
          </p:cNvPr>
          <p:cNvCxnSpPr>
            <a:cxnSpLocks/>
          </p:cNvCxnSpPr>
          <p:nvPr/>
        </p:nvCxnSpPr>
        <p:spPr bwMode="gray">
          <a:xfrm>
            <a:off x="8109459" y="3101662"/>
            <a:ext cx="3636000" cy="0"/>
          </a:xfrm>
          <a:prstGeom prst="line">
            <a:avLst/>
          </a:prstGeom>
          <a:ln w="3175">
            <a:solidFill>
              <a:srgbClr val="FEE1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17">
            <a:extLst>
              <a:ext uri="{FF2B5EF4-FFF2-40B4-BE49-F238E27FC236}">
                <a16:creationId xmlns:a16="http://schemas.microsoft.com/office/drawing/2014/main" id="{6CBEF942-9F0A-D5CF-5BB2-963C97C5F44D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457200" y="3101662"/>
            <a:ext cx="3636000" cy="0"/>
          </a:xfrm>
          <a:prstGeom prst="line">
            <a:avLst/>
          </a:prstGeom>
          <a:ln w="3175">
            <a:solidFill>
              <a:srgbClr val="FEE1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17">
            <a:extLst>
              <a:ext uri="{FF2B5EF4-FFF2-40B4-BE49-F238E27FC236}">
                <a16:creationId xmlns:a16="http://schemas.microsoft.com/office/drawing/2014/main" id="{08A1C404-C1C8-58B2-B970-12CD95E17D8A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4276725" y="3101662"/>
            <a:ext cx="3636000" cy="0"/>
          </a:xfrm>
          <a:prstGeom prst="line">
            <a:avLst/>
          </a:prstGeom>
          <a:ln w="3175">
            <a:solidFill>
              <a:srgbClr val="FEE1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7D9CD64F-E982-98CB-1AAF-D7AABCB6A02D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8109459" y="3101662"/>
            <a:ext cx="3636000" cy="0"/>
          </a:xfrm>
          <a:prstGeom prst="line">
            <a:avLst/>
          </a:prstGeom>
          <a:ln w="3175">
            <a:solidFill>
              <a:srgbClr val="FEE1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6815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03FE454A-1886-EE8C-BDA4-13EB58611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457200"/>
            <a:ext cx="7461504" cy="128016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0DC3DF6-C9F6-C10C-A18A-7FFC9C834BC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57200" y="1952625"/>
            <a:ext cx="2682875" cy="4265296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A17C7368-CBB5-8F1E-E75B-5222AB2660F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3321051" y="1952625"/>
            <a:ext cx="2682875" cy="4265296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89F861A-7E17-ADDD-DC86-C4F0408ED1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gray">
          <a:xfrm>
            <a:off x="6184902" y="1952625"/>
            <a:ext cx="2682875" cy="4265296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E5003A34-2C97-639E-BE32-30AF0B05210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gray">
          <a:xfrm>
            <a:off x="9051925" y="1952334"/>
            <a:ext cx="2679826" cy="426749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F6E3027D-35FD-68B2-02C8-3D246464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DBBBEB4-0180-654C-9145-7574618F5CE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0754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 Columns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03FE454A-1886-EE8C-BDA4-13EB58611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457200"/>
            <a:ext cx="7461504" cy="128016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0DC3DF6-C9F6-C10C-A18A-7FFC9C834BC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57200" y="2678949"/>
            <a:ext cx="2682875" cy="353897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A17C7368-CBB5-8F1E-E75B-5222AB2660F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3321051" y="2678949"/>
            <a:ext cx="2682875" cy="353897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89F861A-7E17-ADDD-DC86-C4F0408ED1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gray">
          <a:xfrm>
            <a:off x="6184902" y="2678949"/>
            <a:ext cx="2682875" cy="353897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E5003A34-2C97-639E-BE32-30AF0B05210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gray">
          <a:xfrm>
            <a:off x="9051925" y="2679032"/>
            <a:ext cx="2679826" cy="354079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F6E3027D-35FD-68B2-02C8-3D246464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DBBBEB4-0180-654C-9145-7574618F5CE0}" type="slidenum">
              <a:rPr lang="en-US" smtClean="0"/>
              <a:t>‹N°›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B9BB07E-F960-3AE4-62BA-2E59367B6792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 bwMode="gray">
          <a:xfrm>
            <a:off x="457201" y="1951200"/>
            <a:ext cx="942466" cy="555869"/>
          </a:xfrm>
        </p:spPr>
        <p:txBody>
          <a:bodyPr/>
          <a:lstStyle>
            <a:lvl1pPr>
              <a:buFontTx/>
              <a:buNone/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/>
              <a:t>[Nr. ]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574FB3B-F56D-8D57-D876-C7D983BF74FA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3321051" y="1951200"/>
            <a:ext cx="942466" cy="555869"/>
          </a:xfrm>
        </p:spPr>
        <p:txBody>
          <a:bodyPr/>
          <a:lstStyle>
            <a:lvl1pPr>
              <a:buFontTx/>
              <a:buNone/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/>
              <a:t>[Nr. ]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6ACDACC-D89E-11DD-8402-F6ECAFA0C8B2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 bwMode="gray">
          <a:xfrm>
            <a:off x="6184902" y="1951200"/>
            <a:ext cx="942466" cy="555869"/>
          </a:xfrm>
        </p:spPr>
        <p:txBody>
          <a:bodyPr/>
          <a:lstStyle>
            <a:lvl1pPr>
              <a:buFontTx/>
              <a:buNone/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/>
              <a:t>[Nr. ]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1EF2456-044C-FF08-5F87-BC53C76327B6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 bwMode="gray">
          <a:xfrm>
            <a:off x="9051925" y="1951200"/>
            <a:ext cx="942466" cy="555869"/>
          </a:xfrm>
        </p:spPr>
        <p:txBody>
          <a:bodyPr/>
          <a:lstStyle>
            <a:lvl1pPr>
              <a:buFontTx/>
              <a:buNone/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/>
              <a:t>[Nr. ]</a:t>
            </a:r>
          </a:p>
        </p:txBody>
      </p:sp>
    </p:spTree>
    <p:extLst>
      <p:ext uri="{BB962C8B-B14F-4D97-AF65-F5344CB8AC3E}">
        <p14:creationId xmlns:p14="http://schemas.microsoft.com/office/powerpoint/2010/main" val="27739400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 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03FE454A-1886-EE8C-BDA4-13EB58611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457200"/>
            <a:ext cx="7461504" cy="128016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0DC3DF6-C9F6-C10C-A18A-7FFC9C834BC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57200" y="1952626"/>
            <a:ext cx="3635375" cy="20728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A17C7368-CBB5-8F1E-E75B-5222AB2660F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4283329" y="1952626"/>
            <a:ext cx="3635375" cy="20728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89F861A-7E17-ADDD-DC86-C4F0408ED1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gray">
          <a:xfrm>
            <a:off x="8109459" y="1952626"/>
            <a:ext cx="3635374" cy="20728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3027D-35FD-68B2-02C8-3D246464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DBBBEB4-0180-654C-9145-7574618F5CE0}" type="slidenum">
              <a:rPr lang="en-US" smtClean="0"/>
              <a:t>‹N°›</a:t>
            </a:fld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D862791-5DDE-B90B-DDFF-1BABE1957A8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 bwMode="gray">
          <a:xfrm>
            <a:off x="457200" y="4149838"/>
            <a:ext cx="3635375" cy="20728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85CCCBF2-5700-33EA-01BF-B9DED332C508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4283329" y="4149838"/>
            <a:ext cx="3635375" cy="20728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80CD9A5B-18A0-E897-F8AC-66C260799EC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 bwMode="gray">
          <a:xfrm>
            <a:off x="8109459" y="4149838"/>
            <a:ext cx="3635374" cy="20728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1059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FEE885DF-3FAF-C4AB-0E67-F0172E1F030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435" r="17403"/>
          <a:stretch>
            <a:fillRect/>
          </a:stretch>
        </p:blipFill>
        <p:spPr bwMode="gray">
          <a:xfrm>
            <a:off x="7630589" y="-1"/>
            <a:ext cx="4561411" cy="4117831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03FE454A-1886-EE8C-BDA4-13EB58611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457200"/>
            <a:ext cx="7461504" cy="128016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0DC3DF6-C9F6-C10C-A18A-7FFC9C834BC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57200" y="1952915"/>
            <a:ext cx="2682875" cy="2073600"/>
          </a:xfrm>
        </p:spPr>
        <p:txBody>
          <a:bodyPr/>
          <a:lstStyle/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A17C7368-CBB5-8F1E-E75B-5222AB2660F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3321051" y="1952915"/>
            <a:ext cx="2682875" cy="2073600"/>
          </a:xfrm>
        </p:spPr>
        <p:txBody>
          <a:bodyPr/>
          <a:lstStyle/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89F861A-7E17-ADDD-DC86-C4F0408ED1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gray">
          <a:xfrm>
            <a:off x="6184902" y="1952915"/>
            <a:ext cx="2682875" cy="2073600"/>
          </a:xfrm>
        </p:spPr>
        <p:txBody>
          <a:bodyPr/>
          <a:lstStyle/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E5003A34-2C97-639E-BE32-30AF0B05210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gray">
          <a:xfrm>
            <a:off x="9051925" y="1952625"/>
            <a:ext cx="2679826" cy="2073600"/>
          </a:xfrm>
        </p:spPr>
        <p:txBody>
          <a:bodyPr/>
          <a:lstStyle/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F6E3027D-35FD-68B2-02C8-3D246464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DBBBEB4-0180-654C-9145-7574618F5CE0}" type="slidenum">
              <a:rPr lang="en-US" smtClean="0"/>
              <a:t>‹N°›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624F587-29EC-8A74-2C3C-BD6723890BF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 bwMode="gray">
          <a:xfrm>
            <a:off x="457200" y="4146225"/>
            <a:ext cx="2682875" cy="2073600"/>
          </a:xfrm>
        </p:spPr>
        <p:txBody>
          <a:bodyPr/>
          <a:lstStyle/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389F5CAA-D4B7-7216-0FA8-DA60281B3E8D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3321051" y="4146225"/>
            <a:ext cx="2682875" cy="2073600"/>
          </a:xfrm>
        </p:spPr>
        <p:txBody>
          <a:bodyPr/>
          <a:lstStyle/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E9643DF5-1A8F-DA99-75F6-4C453AFC706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 bwMode="gray">
          <a:xfrm>
            <a:off x="6184902" y="4146225"/>
            <a:ext cx="2682875" cy="2073600"/>
          </a:xfrm>
        </p:spPr>
        <p:txBody>
          <a:bodyPr/>
          <a:lstStyle/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1592E048-810B-B714-7223-F12FFC189EC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 bwMode="gray">
          <a:xfrm>
            <a:off x="9051925" y="4145935"/>
            <a:ext cx="2679826" cy="2073600"/>
          </a:xfrm>
        </p:spPr>
        <p:txBody>
          <a:bodyPr/>
          <a:lstStyle/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3298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 + 4 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FC4B4B93-D339-5EE0-8D2E-B86441939FC2}"/>
              </a:ext>
            </a:extLst>
          </p:cNvPr>
          <p:cNvSpPr/>
          <p:nvPr/>
        </p:nvSpPr>
        <p:spPr bwMode="gray">
          <a:xfrm>
            <a:off x="5646820" y="0"/>
            <a:ext cx="6545179" cy="6858000"/>
          </a:xfrm>
          <a:prstGeom prst="rect">
            <a:avLst/>
          </a:prstGeom>
          <a:solidFill>
            <a:schemeClr val="bg1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400"/>
          </a:p>
        </p:txBody>
      </p:sp>
      <p:pic>
        <p:nvPicPr>
          <p:cNvPr id="6" name="Inhaltsplatzhalter 16">
            <a:extLst>
              <a:ext uri="{FF2B5EF4-FFF2-40B4-BE49-F238E27FC236}">
                <a16:creationId xmlns:a16="http://schemas.microsoft.com/office/drawing/2014/main" id="{9F982B5B-BDBB-AF76-B1AF-B27D3A98759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3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716" t="7298" r="-4073" b="9534"/>
          <a:stretch>
            <a:fillRect/>
          </a:stretch>
        </p:blipFill>
        <p:spPr bwMode="gray">
          <a:xfrm>
            <a:off x="0" y="1585854"/>
            <a:ext cx="5110962" cy="4865893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03FE454A-1886-EE8C-BDA4-13EB58611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457200"/>
            <a:ext cx="4591050" cy="128016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0DC3DF6-C9F6-C10C-A18A-7FFC9C834BC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57200" y="1952915"/>
            <a:ext cx="4591052" cy="426500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89F861A-7E17-ADDD-DC86-C4F0408ED1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gray">
          <a:xfrm>
            <a:off x="6184902" y="1952915"/>
            <a:ext cx="2682875" cy="207287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E5003A34-2C97-639E-BE32-30AF0B05210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gray">
          <a:xfrm>
            <a:off x="9051925" y="1952625"/>
            <a:ext cx="2679826" cy="207394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F6E3027D-35FD-68B2-02C8-3D246464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DBBBEB4-0180-654C-9145-7574618F5CE0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8ABC28FB-CF9A-BC7A-A21C-DDCE0833092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gray">
          <a:xfrm>
            <a:off x="6184902" y="4147200"/>
            <a:ext cx="2682875" cy="207287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E55C70B5-6280-2A32-3043-F2A3D37C59E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gray">
          <a:xfrm>
            <a:off x="9051925" y="4147200"/>
            <a:ext cx="2679826" cy="207394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67927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ext and Phot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386CCEB-DE27-F0EF-5A04-F864CECAD029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8867775" y="0"/>
            <a:ext cx="3324225" cy="6858000"/>
          </a:xfrm>
          <a:noFill/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3B2EE61B-5287-AA8C-BE1E-1122FD91BA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E458431-8583-51D8-EFDF-3CB57CF458CA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8796C-BF76-F2A2-19B0-C6D79DB9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DBBBEB4-0180-654C-9145-7574618F5CE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6080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ext and Phot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954BE3-0473-55DC-DC82-035455EA560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6096000" y="0"/>
            <a:ext cx="6096001" cy="6858000"/>
          </a:xfrm>
          <a:noFill/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3B2EE61B-5287-AA8C-BE1E-1122FD91BA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457200"/>
            <a:ext cx="5159249" cy="128016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E458431-8583-51D8-EFDF-3CB57CF458CA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457200" y="1952625"/>
            <a:ext cx="5159249" cy="426529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8796C-BF76-F2A2-19B0-C6D79DB9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DBBBEB4-0180-654C-9145-7574618F5CE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87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A4A3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ext and Photo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954BE3-0473-55DC-DC82-035455EA560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6096000" y="0"/>
            <a:ext cx="6096001" cy="6858000"/>
          </a:xfrm>
          <a:noFill/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3B2EE61B-5287-AA8C-BE1E-1122FD91BA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457200"/>
            <a:ext cx="5159249" cy="128016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E458431-8583-51D8-EFDF-3CB57CF458CA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457200" y="1952625"/>
            <a:ext cx="5159249" cy="426529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8796C-BF76-F2A2-19B0-C6D79DB9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DBBBEB4-0180-654C-9145-7574618F5CE0}" type="slidenum">
              <a:rPr lang="en-US" smtClean="0"/>
              <a:t>‹N°›</a:t>
            </a:fld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2DFA45D2-ADE0-64A6-802A-32E1AE9BD1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7504800" y="0"/>
            <a:ext cx="4687200" cy="40716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249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A4A3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ext and Photo 04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954BE3-0473-55DC-DC82-035455EA560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5048250" y="0"/>
            <a:ext cx="7143751" cy="6858000"/>
          </a:xfrm>
          <a:noFill/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3B2EE61B-5287-AA8C-BE1E-1122FD91BA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457200"/>
            <a:ext cx="3819525" cy="128016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E458431-8583-51D8-EFDF-3CB57CF458CA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457200" y="1952625"/>
            <a:ext cx="3819525" cy="426529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8796C-BF76-F2A2-19B0-C6D79DB9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DBBBEB4-0180-654C-9145-7574618F5CE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02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A4A3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CKUP 01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29865AA-09A8-06CD-D06B-103589B23F2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56" y="1962488"/>
            <a:ext cx="5297883" cy="489551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790DDFF-8AB9-FCA8-A67C-72FF32EC4E3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3271587" y="897474"/>
            <a:ext cx="8282698" cy="5075707"/>
          </a:xfrm>
          <a:prstGeom prst="rect">
            <a:avLst/>
          </a:prstGeom>
          <a:effectLst>
            <a:reflection blurRad="6350" stA="42000" endPos="6000" dir="5400000" sy="-100000" algn="bl" rotWithShape="0"/>
          </a:effectLst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3B2EE61B-5287-AA8C-BE1E-1122FD91BA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1" y="1952625"/>
            <a:ext cx="2863850" cy="128016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10D4B463-6748-6B14-2828-22EA0D4DAA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4025097" y="1017782"/>
            <a:ext cx="6773334" cy="4394149"/>
          </a:xfrm>
          <a:custGeom>
            <a:avLst/>
            <a:gdLst>
              <a:gd name="csX0" fmla="*/ 63662 w 5792874"/>
              <a:gd name="csY0" fmla="*/ 0 h 3758083"/>
              <a:gd name="csX1" fmla="*/ 2605041 w 5792874"/>
              <a:gd name="csY1" fmla="*/ 0 h 3758083"/>
              <a:gd name="csX2" fmla="*/ 2605041 w 5792874"/>
              <a:gd name="csY2" fmla="*/ 85391 h 3758083"/>
              <a:gd name="csX3" fmla="*/ 2618867 w 5792874"/>
              <a:gd name="csY3" fmla="*/ 99217 h 3758083"/>
              <a:gd name="csX4" fmla="*/ 3174007 w 5792874"/>
              <a:gd name="csY4" fmla="*/ 99217 h 3758083"/>
              <a:gd name="csX5" fmla="*/ 3187833 w 5792874"/>
              <a:gd name="csY5" fmla="*/ 85391 h 3758083"/>
              <a:gd name="csX6" fmla="*/ 3187833 w 5792874"/>
              <a:gd name="csY6" fmla="*/ 0 h 3758083"/>
              <a:gd name="csX7" fmla="*/ 5729212 w 5792874"/>
              <a:gd name="csY7" fmla="*/ 0 h 3758083"/>
              <a:gd name="csX8" fmla="*/ 5792874 w 5792874"/>
              <a:gd name="csY8" fmla="*/ 63662 h 3758083"/>
              <a:gd name="csX9" fmla="*/ 5792874 w 5792874"/>
              <a:gd name="csY9" fmla="*/ 3758083 h 3758083"/>
              <a:gd name="csX10" fmla="*/ 0 w 5792874"/>
              <a:gd name="csY10" fmla="*/ 3758083 h 3758083"/>
              <a:gd name="csX11" fmla="*/ 0 w 5792874"/>
              <a:gd name="csY11" fmla="*/ 63662 h 3758083"/>
              <a:gd name="csX12" fmla="*/ 63662 w 5792874"/>
              <a:gd name="csY12" fmla="*/ 0 h 37580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5792874" h="3758083">
                <a:moveTo>
                  <a:pt x="63662" y="0"/>
                </a:moveTo>
                <a:lnTo>
                  <a:pt x="2605041" y="0"/>
                </a:lnTo>
                <a:lnTo>
                  <a:pt x="2605041" y="85391"/>
                </a:lnTo>
                <a:cubicBezTo>
                  <a:pt x="2605041" y="93027"/>
                  <a:pt x="2611231" y="99217"/>
                  <a:pt x="2618867" y="99217"/>
                </a:cubicBezTo>
                <a:lnTo>
                  <a:pt x="3174007" y="99217"/>
                </a:lnTo>
                <a:cubicBezTo>
                  <a:pt x="3181643" y="99217"/>
                  <a:pt x="3187833" y="93027"/>
                  <a:pt x="3187833" y="85391"/>
                </a:cubicBezTo>
                <a:lnTo>
                  <a:pt x="3187833" y="0"/>
                </a:lnTo>
                <a:lnTo>
                  <a:pt x="5729212" y="0"/>
                </a:lnTo>
                <a:cubicBezTo>
                  <a:pt x="5764372" y="0"/>
                  <a:pt x="5792874" y="28502"/>
                  <a:pt x="5792874" y="63662"/>
                </a:cubicBezTo>
                <a:lnTo>
                  <a:pt x="5792874" y="3758083"/>
                </a:lnTo>
                <a:lnTo>
                  <a:pt x="0" y="3758083"/>
                </a:lnTo>
                <a:lnTo>
                  <a:pt x="0" y="63662"/>
                </a:lnTo>
                <a:cubicBezTo>
                  <a:pt x="0" y="28502"/>
                  <a:pt x="28502" y="0"/>
                  <a:pt x="6366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8796C-BF76-F2A2-19B0-C6D79DB9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DBBBEB4-0180-654C-9145-7574618F5CE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965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A4A3A4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CKUP 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4B59FF18-8CEB-A434-1CE8-EB22F969DF9F}"/>
              </a:ext>
            </a:extLst>
          </p:cNvPr>
          <p:cNvSpPr/>
          <p:nvPr/>
        </p:nvSpPr>
        <p:spPr bwMode="gray">
          <a:xfrm>
            <a:off x="6096000" y="0"/>
            <a:ext cx="6096000" cy="6858000"/>
          </a:xfrm>
          <a:prstGeom prst="rect">
            <a:avLst/>
          </a:prstGeom>
          <a:solidFill>
            <a:srgbClr val="FDF6E3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40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790DDFF-8AB9-FCA8-A67C-72FF32EC4E3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57200" y="1737360"/>
            <a:ext cx="7083753" cy="4340984"/>
          </a:xfrm>
          <a:prstGeom prst="rect">
            <a:avLst/>
          </a:prstGeom>
          <a:effectLst>
            <a:reflection blurRad="6350" stA="42000" endPos="6000" dir="5400000" sy="-100000" algn="bl" rotWithShape="0"/>
          </a:effectLst>
        </p:spPr>
      </p:pic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10D4B463-6748-6B14-2828-22EA0D4DAA39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1104462" y="1840174"/>
            <a:ext cx="5792874" cy="3758083"/>
          </a:xfrm>
          <a:custGeom>
            <a:avLst/>
            <a:gdLst>
              <a:gd name="csX0" fmla="*/ 63662 w 5792874"/>
              <a:gd name="csY0" fmla="*/ 0 h 3758083"/>
              <a:gd name="csX1" fmla="*/ 2605041 w 5792874"/>
              <a:gd name="csY1" fmla="*/ 0 h 3758083"/>
              <a:gd name="csX2" fmla="*/ 2605041 w 5792874"/>
              <a:gd name="csY2" fmla="*/ 85391 h 3758083"/>
              <a:gd name="csX3" fmla="*/ 2618867 w 5792874"/>
              <a:gd name="csY3" fmla="*/ 99217 h 3758083"/>
              <a:gd name="csX4" fmla="*/ 3174007 w 5792874"/>
              <a:gd name="csY4" fmla="*/ 99217 h 3758083"/>
              <a:gd name="csX5" fmla="*/ 3187833 w 5792874"/>
              <a:gd name="csY5" fmla="*/ 85391 h 3758083"/>
              <a:gd name="csX6" fmla="*/ 3187833 w 5792874"/>
              <a:gd name="csY6" fmla="*/ 0 h 3758083"/>
              <a:gd name="csX7" fmla="*/ 5729212 w 5792874"/>
              <a:gd name="csY7" fmla="*/ 0 h 3758083"/>
              <a:gd name="csX8" fmla="*/ 5792874 w 5792874"/>
              <a:gd name="csY8" fmla="*/ 63662 h 3758083"/>
              <a:gd name="csX9" fmla="*/ 5792874 w 5792874"/>
              <a:gd name="csY9" fmla="*/ 3758083 h 3758083"/>
              <a:gd name="csX10" fmla="*/ 0 w 5792874"/>
              <a:gd name="csY10" fmla="*/ 3758083 h 3758083"/>
              <a:gd name="csX11" fmla="*/ 0 w 5792874"/>
              <a:gd name="csY11" fmla="*/ 63662 h 3758083"/>
              <a:gd name="csX12" fmla="*/ 63662 w 5792874"/>
              <a:gd name="csY12" fmla="*/ 0 h 37580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5792874" h="3758083">
                <a:moveTo>
                  <a:pt x="63662" y="0"/>
                </a:moveTo>
                <a:lnTo>
                  <a:pt x="2605041" y="0"/>
                </a:lnTo>
                <a:lnTo>
                  <a:pt x="2605041" y="85391"/>
                </a:lnTo>
                <a:cubicBezTo>
                  <a:pt x="2605041" y="93027"/>
                  <a:pt x="2611231" y="99217"/>
                  <a:pt x="2618867" y="99217"/>
                </a:cubicBezTo>
                <a:lnTo>
                  <a:pt x="3174007" y="99217"/>
                </a:lnTo>
                <a:cubicBezTo>
                  <a:pt x="3181643" y="99217"/>
                  <a:pt x="3187833" y="93027"/>
                  <a:pt x="3187833" y="85391"/>
                </a:cubicBezTo>
                <a:lnTo>
                  <a:pt x="3187833" y="0"/>
                </a:lnTo>
                <a:lnTo>
                  <a:pt x="5729212" y="0"/>
                </a:lnTo>
                <a:cubicBezTo>
                  <a:pt x="5764372" y="0"/>
                  <a:pt x="5792874" y="28502"/>
                  <a:pt x="5792874" y="63662"/>
                </a:cubicBezTo>
                <a:lnTo>
                  <a:pt x="5792874" y="3758083"/>
                </a:lnTo>
                <a:lnTo>
                  <a:pt x="0" y="3758083"/>
                </a:lnTo>
                <a:lnTo>
                  <a:pt x="0" y="63662"/>
                </a:lnTo>
                <a:cubicBezTo>
                  <a:pt x="0" y="28502"/>
                  <a:pt x="28502" y="0"/>
                  <a:pt x="6366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8796C-BF76-F2A2-19B0-C6D79DB9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DBBBEB4-0180-654C-9145-7574618F5CE0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0F9C042-628D-0D7A-858E-C664D5337A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457200"/>
            <a:ext cx="5543550" cy="1280160"/>
          </a:xfrm>
        </p:spPr>
        <p:txBody>
          <a:bodyPr/>
          <a:lstStyle/>
          <a:p>
            <a:r>
              <a:rPr lang="de-DE"/>
              <a:t>[Slide Title]</a:t>
            </a:r>
            <a:endParaRPr lang="en-US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42CDEA24-CA53-513C-5509-E452BD7C64A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gray">
          <a:xfrm>
            <a:off x="8096250" y="2679032"/>
            <a:ext cx="3635501" cy="3540792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Cliquez pour modifier les styles du texte du masque</a:t>
            </a:r>
          </a:p>
          <a:p>
            <a:pPr marL="365760" marR="0" lvl="1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548640" marR="0" lvl="2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731520" marR="0" lvl="3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914400" marR="0" lvl="4" indent="-18288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3039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A4A3A4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954BE3-0473-55DC-DC82-035455EA560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7140575" y="0"/>
            <a:ext cx="5051426" cy="6858000"/>
          </a:xfrm>
          <a:noFill/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8796C-BF76-F2A2-19B0-C6D79DB9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DBBBEB4-0180-654C-9145-7574618F5CE0}" type="slidenum">
              <a:rPr lang="en-US" smtClean="0"/>
              <a:t>‹N°›</a:t>
            </a:fld>
            <a:endParaRPr lang="en-US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E587FC6E-0142-04FA-B641-A3766C32C965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456318" y="916786"/>
            <a:ext cx="956557" cy="801923"/>
            <a:chOff x="5049440" y="1471470"/>
            <a:chExt cx="909440" cy="762423"/>
          </a:xfrm>
          <a:solidFill>
            <a:schemeClr val="tx1"/>
          </a:solidFill>
        </p:grpSpPr>
        <p:sp>
          <p:nvSpPr>
            <p:cNvPr id="7" name="Freeform: Shape 8">
              <a:extLst>
                <a:ext uri="{FF2B5EF4-FFF2-40B4-BE49-F238E27FC236}">
                  <a16:creationId xmlns:a16="http://schemas.microsoft.com/office/drawing/2014/main" id="{5F1DBA7C-BDF5-00F8-A846-85A44E1F410F}"/>
                </a:ext>
              </a:extLst>
            </p:cNvPr>
            <p:cNvSpPr/>
            <p:nvPr/>
          </p:nvSpPr>
          <p:spPr bwMode="gray">
            <a:xfrm rot="10800000">
              <a:off x="5556709" y="1471470"/>
              <a:ext cx="402171" cy="762423"/>
            </a:xfrm>
            <a:custGeom>
              <a:avLst/>
              <a:gdLst>
                <a:gd name="connsiteX0" fmla="*/ 670092 w 670092"/>
                <a:gd name="connsiteY0" fmla="*/ 1329463 h 1329462"/>
                <a:gd name="connsiteX1" fmla="*/ 670092 w 670092"/>
                <a:gd name="connsiteY1" fmla="*/ 659371 h 1329462"/>
                <a:gd name="connsiteX2" fmla="*/ 287805 w 670092"/>
                <a:gd name="connsiteY2" fmla="*/ 659371 h 1329462"/>
                <a:gd name="connsiteX3" fmla="*/ 670092 w 670092"/>
                <a:gd name="connsiteY3" fmla="*/ 287470 h 1329462"/>
                <a:gd name="connsiteX4" fmla="*/ 670092 w 670092"/>
                <a:gd name="connsiteY4" fmla="*/ 0 h 1329462"/>
                <a:gd name="connsiteX5" fmla="*/ 0 w 670092"/>
                <a:gd name="connsiteY5" fmla="*/ 659371 h 1329462"/>
                <a:gd name="connsiteX6" fmla="*/ 0 w 670092"/>
                <a:gd name="connsiteY6" fmla="*/ 659371 h 1329462"/>
                <a:gd name="connsiteX7" fmla="*/ 0 w 670092"/>
                <a:gd name="connsiteY7" fmla="*/ 1329463 h 1329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0092" h="1329462">
                  <a:moveTo>
                    <a:pt x="670092" y="1329463"/>
                  </a:moveTo>
                  <a:lnTo>
                    <a:pt x="670092" y="659371"/>
                  </a:lnTo>
                  <a:lnTo>
                    <a:pt x="287805" y="659371"/>
                  </a:lnTo>
                  <a:cubicBezTo>
                    <a:pt x="293608" y="452383"/>
                    <a:pt x="463024" y="287570"/>
                    <a:pt x="670092" y="287470"/>
                  </a:cubicBezTo>
                  <a:lnTo>
                    <a:pt x="670092" y="0"/>
                  </a:lnTo>
                  <a:cubicBezTo>
                    <a:pt x="304158" y="-47"/>
                    <a:pt x="5857" y="293484"/>
                    <a:pt x="0" y="659371"/>
                  </a:cubicBezTo>
                  <a:lnTo>
                    <a:pt x="0" y="659371"/>
                  </a:lnTo>
                  <a:lnTo>
                    <a:pt x="0" y="1329463"/>
                  </a:lnTo>
                  <a:close/>
                </a:path>
              </a:pathLst>
            </a:custGeom>
            <a:grpFill/>
            <a:ln w="33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8">
              <a:extLst>
                <a:ext uri="{FF2B5EF4-FFF2-40B4-BE49-F238E27FC236}">
                  <a16:creationId xmlns:a16="http://schemas.microsoft.com/office/drawing/2014/main" id="{265A1C61-D128-ED43-A567-7668F9EDA28B}"/>
                </a:ext>
              </a:extLst>
            </p:cNvPr>
            <p:cNvSpPr/>
            <p:nvPr/>
          </p:nvSpPr>
          <p:spPr bwMode="gray">
            <a:xfrm rot="10800000">
              <a:off x="5049440" y="1471470"/>
              <a:ext cx="402171" cy="762423"/>
            </a:xfrm>
            <a:custGeom>
              <a:avLst/>
              <a:gdLst>
                <a:gd name="connsiteX0" fmla="*/ 670092 w 670092"/>
                <a:gd name="connsiteY0" fmla="*/ 1329463 h 1329462"/>
                <a:gd name="connsiteX1" fmla="*/ 670092 w 670092"/>
                <a:gd name="connsiteY1" fmla="*/ 659371 h 1329462"/>
                <a:gd name="connsiteX2" fmla="*/ 287805 w 670092"/>
                <a:gd name="connsiteY2" fmla="*/ 659371 h 1329462"/>
                <a:gd name="connsiteX3" fmla="*/ 670092 w 670092"/>
                <a:gd name="connsiteY3" fmla="*/ 287470 h 1329462"/>
                <a:gd name="connsiteX4" fmla="*/ 670092 w 670092"/>
                <a:gd name="connsiteY4" fmla="*/ 0 h 1329462"/>
                <a:gd name="connsiteX5" fmla="*/ 0 w 670092"/>
                <a:gd name="connsiteY5" fmla="*/ 659371 h 1329462"/>
                <a:gd name="connsiteX6" fmla="*/ 0 w 670092"/>
                <a:gd name="connsiteY6" fmla="*/ 659371 h 1329462"/>
                <a:gd name="connsiteX7" fmla="*/ 0 w 670092"/>
                <a:gd name="connsiteY7" fmla="*/ 1329463 h 1329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0092" h="1329462">
                  <a:moveTo>
                    <a:pt x="670092" y="1329463"/>
                  </a:moveTo>
                  <a:lnTo>
                    <a:pt x="670092" y="659371"/>
                  </a:lnTo>
                  <a:lnTo>
                    <a:pt x="287805" y="659371"/>
                  </a:lnTo>
                  <a:cubicBezTo>
                    <a:pt x="293608" y="452383"/>
                    <a:pt x="463024" y="287570"/>
                    <a:pt x="670092" y="287470"/>
                  </a:cubicBezTo>
                  <a:lnTo>
                    <a:pt x="670092" y="0"/>
                  </a:lnTo>
                  <a:cubicBezTo>
                    <a:pt x="304158" y="-47"/>
                    <a:pt x="5857" y="293484"/>
                    <a:pt x="0" y="659371"/>
                  </a:cubicBezTo>
                  <a:lnTo>
                    <a:pt x="0" y="659371"/>
                  </a:lnTo>
                  <a:lnTo>
                    <a:pt x="0" y="1329463"/>
                  </a:lnTo>
                  <a:close/>
                </a:path>
              </a:pathLst>
            </a:custGeom>
            <a:grpFill/>
            <a:ln w="33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3F5F03B-E8A3-1009-7D58-99C452FE39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57200" y="4616081"/>
            <a:ext cx="5730875" cy="41148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>
                <a:latin typeface="+mj-lt"/>
              </a:defRPr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</a:t>
            </a:r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]</a:t>
            </a:r>
          </a:p>
          <a:p>
            <a:pPr lvl="1"/>
            <a:r>
              <a:rPr lang="en-US"/>
              <a:t>[Title] at [Company]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AA491806-A757-CAA9-33B6-C4BE4276C5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952625"/>
            <a:ext cx="5730875" cy="23317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i="0" spc="0" baseline="0">
                <a:latin typeface="+mn-lt"/>
              </a:defRPr>
            </a:lvl1pPr>
          </a:lstStyle>
          <a:p>
            <a:r>
              <a:rPr lang="en-US"/>
              <a:t>[Quote]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E7AF8EBB-098A-2AC8-3522-44413D69EB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57200" y="4405763"/>
            <a:ext cx="828000" cy="44450"/>
          </a:xfrm>
          <a:solidFill>
            <a:schemeClr val="bg1"/>
          </a:solidFill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2427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">
            <a:extLst>
              <a:ext uri="{FF2B5EF4-FFF2-40B4-BE49-F238E27FC236}">
                <a16:creationId xmlns:a16="http://schemas.microsoft.com/office/drawing/2014/main" id="{C9C46160-1003-2010-B75D-5A61D540D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0948" t="6679" b="6679"/>
          <a:stretch/>
        </p:blipFill>
        <p:spPr bwMode="gray">
          <a:xfrm>
            <a:off x="-1" y="1508760"/>
            <a:ext cx="3504031" cy="3840480"/>
          </a:xfrm>
          <a:prstGeom prst="rect">
            <a:avLst/>
          </a:prstGeom>
        </p:spPr>
      </p:pic>
      <p:pic>
        <p:nvPicPr>
          <p:cNvPr id="10" name="Graphic">
            <a:extLst>
              <a:ext uri="{FF2B5EF4-FFF2-40B4-BE49-F238E27FC236}">
                <a16:creationId xmlns:a16="http://schemas.microsoft.com/office/drawing/2014/main" id="{C3EE4700-063C-0814-65DA-3502E4367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679" b="6679"/>
          <a:stretch/>
        </p:blipFill>
        <p:spPr bwMode="gray">
          <a:xfrm>
            <a:off x="3721418" y="1371600"/>
            <a:ext cx="4749165" cy="4114800"/>
          </a:xfrm>
          <a:prstGeom prst="rect">
            <a:avLst/>
          </a:prstGeom>
        </p:spPr>
      </p:pic>
      <p:pic>
        <p:nvPicPr>
          <p:cNvPr id="8" name="Graphic">
            <a:extLst>
              <a:ext uri="{FF2B5EF4-FFF2-40B4-BE49-F238E27FC236}">
                <a16:creationId xmlns:a16="http://schemas.microsoft.com/office/drawing/2014/main" id="{E4242687-28AC-8BE8-C4CF-D1541D3AA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679" r="26913" b="6679"/>
          <a:stretch/>
        </p:blipFill>
        <p:spPr bwMode="gray">
          <a:xfrm>
            <a:off x="8643841" y="1390261"/>
            <a:ext cx="3548159" cy="4206240"/>
          </a:xfrm>
          <a:prstGeom prst="rect">
            <a:avLst/>
          </a:prstGeom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228796C-BF76-F2A2-19B0-C6D79DB9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DBBBEB4-0180-654C-9145-7574618F5CE0}" type="slidenum">
              <a:rPr lang="en-US" smtClean="0"/>
              <a:t>‹N°›</a:t>
            </a:fld>
            <a:endParaRPr lang="en-US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3B2EE61B-5287-AA8C-BE1E-1122FD91BA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412874" y="1463040"/>
            <a:ext cx="9366251" cy="2651760"/>
          </a:xfrm>
        </p:spPr>
        <p:txBody>
          <a:bodyPr anchor="b" anchorCtr="0"/>
          <a:lstStyle>
            <a:lvl1pPr algn="ctr">
              <a:defRPr sz="6000" spc="0" baseline="0"/>
            </a:lvl1pPr>
          </a:lstStyle>
          <a:p>
            <a:r>
              <a:rPr lang="en-US"/>
              <a:t>[Big statement]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E458431-8583-51D8-EFDF-3CB57CF458CA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2365375" y="4480560"/>
            <a:ext cx="7458076" cy="1737360"/>
          </a:xfrm>
        </p:spPr>
        <p:txBody>
          <a:bodyPr/>
          <a:lstStyle>
            <a:lvl1pPr marL="0" indent="0" algn="ctr">
              <a:spcBef>
                <a:spcPts val="900"/>
              </a:spcBef>
              <a:buFontTx/>
              <a:buNone/>
              <a:defRPr>
                <a:latin typeface="+mn-lt"/>
              </a:defRPr>
            </a:lvl1pPr>
            <a:lvl2pPr marL="0" indent="0" algn="ctr">
              <a:spcBef>
                <a:spcPts val="900"/>
              </a:spcBef>
              <a:buFontTx/>
              <a:buNone/>
              <a:defRPr/>
            </a:lvl2pPr>
            <a:lvl3pPr marL="0" indent="0" algn="ctr">
              <a:spcBef>
                <a:spcPts val="900"/>
              </a:spcBef>
              <a:buFontTx/>
              <a:buNone/>
              <a:defRPr/>
            </a:lvl3pPr>
            <a:lvl4pPr marL="0" indent="0" algn="ctr">
              <a:spcBef>
                <a:spcPts val="900"/>
              </a:spcBef>
              <a:buFontTx/>
              <a:buNone/>
              <a:defRPr/>
            </a:lvl4pPr>
            <a:lvl5pPr marL="0" indent="0" algn="ctr">
              <a:spcBef>
                <a:spcPts val="900"/>
              </a:spcBef>
              <a:buFontTx/>
              <a:buNone/>
              <a:defRPr/>
            </a:lvl5pPr>
            <a:lvl6pPr marL="0" indent="0" algn="ctr">
              <a:spcBef>
                <a:spcPts val="900"/>
              </a:spcBef>
              <a:buFontTx/>
              <a:buNone/>
              <a:defRPr/>
            </a:lvl6pPr>
            <a:lvl7pPr marL="0" indent="0" algn="ctr">
              <a:spcBef>
                <a:spcPts val="900"/>
              </a:spcBef>
              <a:buFontTx/>
              <a:buNone/>
              <a:defRPr/>
            </a:lvl7pPr>
            <a:lvl8pPr marL="0" indent="0" algn="ctr">
              <a:spcBef>
                <a:spcPts val="900"/>
              </a:spcBef>
              <a:buFontTx/>
              <a:buNone/>
              <a:defRPr/>
            </a:lvl8pPr>
            <a:lvl9pPr marL="0" indent="0" algn="ctr">
              <a:spcBef>
                <a:spcPts val="900"/>
              </a:spcBef>
              <a:buFontTx/>
              <a:buNone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1332768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 Contac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Ein Bild, das Schrift, Tex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C563FB6A-1799-9BD4-FD66-78D8129790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79" r="995" b="884"/>
          <a:stretch>
            <a:fillRect/>
          </a:stretch>
        </p:blipFill>
        <p:spPr bwMode="gray">
          <a:xfrm>
            <a:off x="0" y="-26299"/>
            <a:ext cx="12192000" cy="6884299"/>
          </a:xfrm>
          <a:prstGeom prst="rect">
            <a:avLst/>
          </a:prstGeom>
        </p:spPr>
      </p:pic>
      <p:sp>
        <p:nvSpPr>
          <p:cNvPr id="4" name="TextBox">
            <a:extLst>
              <a:ext uri="{FF2B5EF4-FFF2-40B4-BE49-F238E27FC236}">
                <a16:creationId xmlns:a16="http://schemas.microsoft.com/office/drawing/2014/main" id="{2C3A82F0-A87F-19E6-0640-99253D1FAC27}"/>
              </a:ext>
            </a:extLst>
          </p:cNvPr>
          <p:cNvSpPr txBox="1"/>
          <p:nvPr/>
        </p:nvSpPr>
        <p:spPr bwMode="gray">
          <a:xfrm>
            <a:off x="457200" y="4572000"/>
            <a:ext cx="650240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 Nova"/>
              <a:buNone/>
            </a:pPr>
            <a:r>
              <a:rPr lang="en-US" sz="1600" b="1">
                <a:solidFill>
                  <a:schemeClr val="tx1"/>
                </a:solidFill>
                <a:latin typeface="+mj-lt"/>
              </a:rPr>
              <a:t>For more information, please contact: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874D7F3-ECFC-6ADA-676B-0A09EAEB6D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57200" y="4846320"/>
            <a:ext cx="6502400" cy="54864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en-US"/>
              <a:t>[</a:t>
            </a:r>
            <a:r>
              <a:rPr lang="en-US" err="1"/>
              <a:t>email@vusion.com</a:t>
            </a:r>
            <a:r>
              <a:rPr lang="en-US"/>
              <a:t>]</a:t>
            </a:r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1E154C17-B8DB-6131-6E49-ABFB72AE3F80}"/>
              </a:ext>
            </a:extLst>
          </p:cNvPr>
          <p:cNvSpPr>
            <a:spLocks noChangeAspect="1"/>
          </p:cNvSpPr>
          <p:nvPr/>
        </p:nvSpPr>
        <p:spPr bwMode="gray">
          <a:xfrm>
            <a:off x="454340" y="5929203"/>
            <a:ext cx="1160842" cy="290622"/>
          </a:xfrm>
          <a:custGeom>
            <a:avLst/>
            <a:gdLst>
              <a:gd name="connsiteX0" fmla="*/ 278657 w 1160842"/>
              <a:gd name="connsiteY0" fmla="*/ 203146 h 290622"/>
              <a:gd name="connsiteX1" fmla="*/ 278657 w 1160842"/>
              <a:gd name="connsiteY1" fmla="*/ 94011 h 290622"/>
              <a:gd name="connsiteX2" fmla="*/ 330567 w 1160842"/>
              <a:gd name="connsiteY2" fmla="*/ 94011 h 290622"/>
              <a:gd name="connsiteX3" fmla="*/ 330567 w 1160842"/>
              <a:gd name="connsiteY3" fmla="*/ 199469 h 290622"/>
              <a:gd name="connsiteX4" fmla="*/ 367356 w 1160842"/>
              <a:gd name="connsiteY4" fmla="*/ 244837 h 290622"/>
              <a:gd name="connsiteX5" fmla="*/ 404959 w 1160842"/>
              <a:gd name="connsiteY5" fmla="*/ 199469 h 290622"/>
              <a:gd name="connsiteX6" fmla="*/ 404959 w 1160842"/>
              <a:gd name="connsiteY6" fmla="*/ 94011 h 290622"/>
              <a:gd name="connsiteX7" fmla="*/ 456869 w 1160842"/>
              <a:gd name="connsiteY7" fmla="*/ 94011 h 290622"/>
              <a:gd name="connsiteX8" fmla="*/ 456869 w 1160842"/>
              <a:gd name="connsiteY8" fmla="*/ 203555 h 290622"/>
              <a:gd name="connsiteX9" fmla="*/ 367356 w 1160842"/>
              <a:gd name="connsiteY9" fmla="*/ 290619 h 290622"/>
              <a:gd name="connsiteX10" fmla="*/ 278656 w 1160842"/>
              <a:gd name="connsiteY10" fmla="*/ 203146 h 290622"/>
              <a:gd name="connsiteX11" fmla="*/ 483886 w 1160842"/>
              <a:gd name="connsiteY11" fmla="*/ 228487 h 290622"/>
              <a:gd name="connsiteX12" fmla="*/ 529668 w 1160842"/>
              <a:gd name="connsiteY12" fmla="*/ 228487 h 290622"/>
              <a:gd name="connsiteX13" fmla="*/ 561753 w 1160842"/>
              <a:gd name="connsiteY13" fmla="*/ 250150 h 290622"/>
              <a:gd name="connsiteX14" fmla="*/ 586888 w 1160842"/>
              <a:gd name="connsiteY14" fmla="*/ 233802 h 290622"/>
              <a:gd name="connsiteX15" fmla="*/ 488786 w 1160842"/>
              <a:gd name="connsiteY15" fmla="*/ 147558 h 290622"/>
              <a:gd name="connsiteX16" fmla="*/ 558681 w 1160842"/>
              <a:gd name="connsiteY16" fmla="*/ 89924 h 290622"/>
              <a:gd name="connsiteX17" fmla="*/ 632255 w 1160842"/>
              <a:gd name="connsiteY17" fmla="*/ 149600 h 290622"/>
              <a:gd name="connsiteX18" fmla="*/ 586468 w 1160842"/>
              <a:gd name="connsiteY18" fmla="*/ 149600 h 290622"/>
              <a:gd name="connsiteX19" fmla="*/ 560105 w 1160842"/>
              <a:gd name="connsiteY19" fmla="*/ 130391 h 290622"/>
              <a:gd name="connsiteX20" fmla="*/ 536607 w 1160842"/>
              <a:gd name="connsiteY20" fmla="*/ 147558 h 290622"/>
              <a:gd name="connsiteX21" fmla="*/ 635936 w 1160842"/>
              <a:gd name="connsiteY21" fmla="*/ 233802 h 290622"/>
              <a:gd name="connsiteX22" fmla="*/ 563175 w 1160842"/>
              <a:gd name="connsiteY22" fmla="*/ 290618 h 290622"/>
              <a:gd name="connsiteX23" fmla="*/ 483883 w 1160842"/>
              <a:gd name="connsiteY23" fmla="*/ 228487 h 290622"/>
              <a:gd name="connsiteX24" fmla="*/ 661713 w 1160842"/>
              <a:gd name="connsiteY24" fmla="*/ 31879 h 290622"/>
              <a:gd name="connsiteX25" fmla="*/ 694410 w 1160842"/>
              <a:gd name="connsiteY25" fmla="*/ 0 h 290622"/>
              <a:gd name="connsiteX26" fmla="*/ 726704 w 1160842"/>
              <a:gd name="connsiteY26" fmla="*/ 31879 h 290622"/>
              <a:gd name="connsiteX27" fmla="*/ 694410 w 1160842"/>
              <a:gd name="connsiteY27" fmla="*/ 63354 h 290622"/>
              <a:gd name="connsiteX28" fmla="*/ 661713 w 1160842"/>
              <a:gd name="connsiteY28" fmla="*/ 31879 h 290622"/>
              <a:gd name="connsiteX29" fmla="*/ 668660 w 1160842"/>
              <a:gd name="connsiteY29" fmla="*/ 286122 h 290622"/>
              <a:gd name="connsiteX30" fmla="*/ 668660 w 1160842"/>
              <a:gd name="connsiteY30" fmla="*/ 94011 h 290622"/>
              <a:gd name="connsiteX31" fmla="*/ 720161 w 1160842"/>
              <a:gd name="connsiteY31" fmla="*/ 94011 h 290622"/>
              <a:gd name="connsiteX32" fmla="*/ 720161 w 1160842"/>
              <a:gd name="connsiteY32" fmla="*/ 286122 h 290622"/>
              <a:gd name="connsiteX33" fmla="*/ 668660 w 1160842"/>
              <a:gd name="connsiteY33" fmla="*/ 286122 h 290622"/>
              <a:gd name="connsiteX34" fmla="*/ 750435 w 1160842"/>
              <a:gd name="connsiteY34" fmla="*/ 190065 h 290622"/>
              <a:gd name="connsiteX35" fmla="*/ 853033 w 1160842"/>
              <a:gd name="connsiteY35" fmla="*/ 89922 h 290622"/>
              <a:gd name="connsiteX36" fmla="*/ 955625 w 1160842"/>
              <a:gd name="connsiteY36" fmla="*/ 190065 h 290622"/>
              <a:gd name="connsiteX37" fmla="*/ 853033 w 1160842"/>
              <a:gd name="connsiteY37" fmla="*/ 290618 h 290622"/>
              <a:gd name="connsiteX38" fmla="*/ 750435 w 1160842"/>
              <a:gd name="connsiteY38" fmla="*/ 190065 h 290622"/>
              <a:gd name="connsiteX39" fmla="*/ 904535 w 1160842"/>
              <a:gd name="connsiteY39" fmla="*/ 190065 h 290622"/>
              <a:gd name="connsiteX40" fmla="*/ 853034 w 1160842"/>
              <a:gd name="connsiteY40" fmla="*/ 134886 h 290622"/>
              <a:gd name="connsiteX41" fmla="*/ 801533 w 1160842"/>
              <a:gd name="connsiteY41" fmla="*/ 190065 h 290622"/>
              <a:gd name="connsiteX42" fmla="*/ 853034 w 1160842"/>
              <a:gd name="connsiteY42" fmla="*/ 245245 h 290622"/>
              <a:gd name="connsiteX43" fmla="*/ 904535 w 1160842"/>
              <a:gd name="connsiteY43" fmla="*/ 190065 h 290622"/>
              <a:gd name="connsiteX44" fmla="*/ 981402 w 1160842"/>
              <a:gd name="connsiteY44" fmla="*/ 286122 h 290622"/>
              <a:gd name="connsiteX45" fmla="*/ 981402 w 1160842"/>
              <a:gd name="connsiteY45" fmla="*/ 176987 h 290622"/>
              <a:gd name="connsiteX46" fmla="*/ 1071324 w 1160842"/>
              <a:gd name="connsiteY46" fmla="*/ 89924 h 290622"/>
              <a:gd name="connsiteX47" fmla="*/ 1160843 w 1160842"/>
              <a:gd name="connsiteY47" fmla="*/ 176987 h 290622"/>
              <a:gd name="connsiteX48" fmla="*/ 1160843 w 1160842"/>
              <a:gd name="connsiteY48" fmla="*/ 286122 h 290622"/>
              <a:gd name="connsiteX49" fmla="*/ 1109342 w 1160842"/>
              <a:gd name="connsiteY49" fmla="*/ 286122 h 290622"/>
              <a:gd name="connsiteX50" fmla="*/ 1109342 w 1160842"/>
              <a:gd name="connsiteY50" fmla="*/ 181073 h 290622"/>
              <a:gd name="connsiteX51" fmla="*/ 1071324 w 1160842"/>
              <a:gd name="connsiteY51" fmla="*/ 135297 h 290622"/>
              <a:gd name="connsiteX52" fmla="*/ 1033312 w 1160842"/>
              <a:gd name="connsiteY52" fmla="*/ 181073 h 290622"/>
              <a:gd name="connsiteX53" fmla="*/ 1033312 w 1160842"/>
              <a:gd name="connsiteY53" fmla="*/ 286122 h 290622"/>
              <a:gd name="connsiteX54" fmla="*/ 981402 w 1160842"/>
              <a:gd name="connsiteY54" fmla="*/ 286122 h 290622"/>
              <a:gd name="connsiteX55" fmla="*/ 278209 w 1160842"/>
              <a:gd name="connsiteY55" fmla="*/ 7357 h 290622"/>
              <a:gd name="connsiteX56" fmla="*/ 198274 w 1160842"/>
              <a:gd name="connsiteY56" fmla="*/ 286122 h 290622"/>
              <a:gd name="connsiteX57" fmla="*/ 139826 w 1160842"/>
              <a:gd name="connsiteY57" fmla="*/ 286122 h 290622"/>
              <a:gd name="connsiteX58" fmla="*/ 219761 w 1160842"/>
              <a:gd name="connsiteY58" fmla="*/ 7357 h 290622"/>
              <a:gd name="connsiteX59" fmla="*/ 278209 w 1160842"/>
              <a:gd name="connsiteY59" fmla="*/ 7357 h 290622"/>
              <a:gd name="connsiteX60" fmla="*/ 138384 w 1160842"/>
              <a:gd name="connsiteY60" fmla="*/ 286122 h 290622"/>
              <a:gd name="connsiteX61" fmla="*/ 58448 w 1160842"/>
              <a:gd name="connsiteY61" fmla="*/ 7357 h 290622"/>
              <a:gd name="connsiteX62" fmla="*/ 0 w 1160842"/>
              <a:gd name="connsiteY62" fmla="*/ 7357 h 290622"/>
              <a:gd name="connsiteX63" fmla="*/ 79935 w 1160842"/>
              <a:gd name="connsiteY63" fmla="*/ 286122 h 290622"/>
              <a:gd name="connsiteX64" fmla="*/ 138384 w 1160842"/>
              <a:gd name="connsiteY64" fmla="*/ 286122 h 290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160842" h="290622">
                <a:moveTo>
                  <a:pt x="278657" y="203146"/>
                </a:moveTo>
                <a:lnTo>
                  <a:pt x="278657" y="94011"/>
                </a:lnTo>
                <a:lnTo>
                  <a:pt x="330567" y="94011"/>
                </a:lnTo>
                <a:lnTo>
                  <a:pt x="330567" y="199469"/>
                </a:lnTo>
                <a:cubicBezTo>
                  <a:pt x="330567" y="227261"/>
                  <a:pt x="342828" y="244433"/>
                  <a:pt x="367356" y="244837"/>
                </a:cubicBezTo>
                <a:cubicBezTo>
                  <a:pt x="393516" y="245246"/>
                  <a:pt x="404959" y="228079"/>
                  <a:pt x="404959" y="199469"/>
                </a:cubicBezTo>
                <a:lnTo>
                  <a:pt x="404959" y="94011"/>
                </a:lnTo>
                <a:lnTo>
                  <a:pt x="456869" y="94011"/>
                </a:lnTo>
                <a:lnTo>
                  <a:pt x="456869" y="203555"/>
                </a:lnTo>
                <a:cubicBezTo>
                  <a:pt x="456869" y="252607"/>
                  <a:pt x="420490" y="291028"/>
                  <a:pt x="367356" y="290619"/>
                </a:cubicBezTo>
                <a:cubicBezTo>
                  <a:pt x="310540" y="290210"/>
                  <a:pt x="278656" y="253830"/>
                  <a:pt x="278656" y="203146"/>
                </a:cubicBezTo>
                <a:close/>
                <a:moveTo>
                  <a:pt x="483886" y="228487"/>
                </a:moveTo>
                <a:lnTo>
                  <a:pt x="529668" y="228487"/>
                </a:lnTo>
                <a:cubicBezTo>
                  <a:pt x="532123" y="243204"/>
                  <a:pt x="547452" y="250150"/>
                  <a:pt x="561753" y="250150"/>
                </a:cubicBezTo>
                <a:cubicBezTo>
                  <a:pt x="576471" y="250150"/>
                  <a:pt x="586888" y="243204"/>
                  <a:pt x="586888" y="233802"/>
                </a:cubicBezTo>
                <a:cubicBezTo>
                  <a:pt x="586888" y="202736"/>
                  <a:pt x="488786" y="221950"/>
                  <a:pt x="488786" y="147558"/>
                </a:cubicBezTo>
                <a:cubicBezTo>
                  <a:pt x="488786" y="115673"/>
                  <a:pt x="515355" y="89924"/>
                  <a:pt x="558681" y="89924"/>
                </a:cubicBezTo>
                <a:cubicBezTo>
                  <a:pt x="600785" y="89514"/>
                  <a:pt x="629396" y="111996"/>
                  <a:pt x="632255" y="149600"/>
                </a:cubicBezTo>
                <a:lnTo>
                  <a:pt x="586468" y="149600"/>
                </a:lnTo>
                <a:cubicBezTo>
                  <a:pt x="584422" y="138157"/>
                  <a:pt x="574004" y="130391"/>
                  <a:pt x="560105" y="130391"/>
                </a:cubicBezTo>
                <a:cubicBezTo>
                  <a:pt x="546616" y="130391"/>
                  <a:pt x="536607" y="137746"/>
                  <a:pt x="536607" y="147558"/>
                </a:cubicBezTo>
                <a:cubicBezTo>
                  <a:pt x="536607" y="177395"/>
                  <a:pt x="635936" y="160228"/>
                  <a:pt x="635936" y="233802"/>
                </a:cubicBezTo>
                <a:cubicBezTo>
                  <a:pt x="635936" y="268136"/>
                  <a:pt x="602415" y="290618"/>
                  <a:pt x="563175" y="290618"/>
                </a:cubicBezTo>
                <a:cubicBezTo>
                  <a:pt x="518626" y="290618"/>
                  <a:pt x="486742" y="264866"/>
                  <a:pt x="483883" y="228487"/>
                </a:cubicBezTo>
                <a:close/>
                <a:moveTo>
                  <a:pt x="661713" y="31879"/>
                </a:moveTo>
                <a:cubicBezTo>
                  <a:pt x="661713" y="14303"/>
                  <a:pt x="676425" y="0"/>
                  <a:pt x="694410" y="0"/>
                </a:cubicBezTo>
                <a:cubicBezTo>
                  <a:pt x="711986" y="0"/>
                  <a:pt x="726704" y="14303"/>
                  <a:pt x="726704" y="31879"/>
                </a:cubicBezTo>
                <a:cubicBezTo>
                  <a:pt x="726704" y="49455"/>
                  <a:pt x="711986" y="63354"/>
                  <a:pt x="694410" y="63354"/>
                </a:cubicBezTo>
                <a:cubicBezTo>
                  <a:pt x="676425" y="63354"/>
                  <a:pt x="661713" y="49456"/>
                  <a:pt x="661713" y="31879"/>
                </a:cubicBezTo>
                <a:close/>
                <a:moveTo>
                  <a:pt x="668660" y="286122"/>
                </a:moveTo>
                <a:lnTo>
                  <a:pt x="668660" y="94011"/>
                </a:lnTo>
                <a:lnTo>
                  <a:pt x="720161" y="94011"/>
                </a:lnTo>
                <a:lnTo>
                  <a:pt x="720161" y="286122"/>
                </a:lnTo>
                <a:lnTo>
                  <a:pt x="668660" y="286122"/>
                </a:lnTo>
                <a:close/>
                <a:moveTo>
                  <a:pt x="750435" y="190065"/>
                </a:moveTo>
                <a:cubicBezTo>
                  <a:pt x="750435" y="133250"/>
                  <a:pt x="793357" y="89922"/>
                  <a:pt x="853033" y="89922"/>
                </a:cubicBezTo>
                <a:cubicBezTo>
                  <a:pt x="912709" y="89922"/>
                  <a:pt x="955625" y="133250"/>
                  <a:pt x="955625" y="190065"/>
                </a:cubicBezTo>
                <a:cubicBezTo>
                  <a:pt x="955625" y="246881"/>
                  <a:pt x="912707" y="290618"/>
                  <a:pt x="853033" y="290618"/>
                </a:cubicBezTo>
                <a:cubicBezTo>
                  <a:pt x="793358" y="290618"/>
                  <a:pt x="750435" y="246881"/>
                  <a:pt x="750435" y="190065"/>
                </a:cubicBezTo>
                <a:close/>
                <a:moveTo>
                  <a:pt x="904535" y="190065"/>
                </a:moveTo>
                <a:cubicBezTo>
                  <a:pt x="904535" y="157772"/>
                  <a:pt x="882871" y="134886"/>
                  <a:pt x="853034" y="134886"/>
                </a:cubicBezTo>
                <a:cubicBezTo>
                  <a:pt x="823197" y="134886"/>
                  <a:pt x="801533" y="157772"/>
                  <a:pt x="801533" y="190065"/>
                </a:cubicBezTo>
                <a:cubicBezTo>
                  <a:pt x="801533" y="222768"/>
                  <a:pt x="823197" y="245245"/>
                  <a:pt x="853034" y="245245"/>
                </a:cubicBezTo>
                <a:cubicBezTo>
                  <a:pt x="882871" y="245245"/>
                  <a:pt x="904535" y="222768"/>
                  <a:pt x="904535" y="190065"/>
                </a:cubicBezTo>
                <a:close/>
                <a:moveTo>
                  <a:pt x="981402" y="286122"/>
                </a:moveTo>
                <a:lnTo>
                  <a:pt x="981402" y="176987"/>
                </a:lnTo>
                <a:cubicBezTo>
                  <a:pt x="981402" y="126305"/>
                  <a:pt x="1013696" y="89924"/>
                  <a:pt x="1071324" y="89924"/>
                </a:cubicBezTo>
                <a:cubicBezTo>
                  <a:pt x="1128549" y="89924"/>
                  <a:pt x="1160843" y="126303"/>
                  <a:pt x="1160843" y="176987"/>
                </a:cubicBezTo>
                <a:lnTo>
                  <a:pt x="1160843" y="286122"/>
                </a:lnTo>
                <a:lnTo>
                  <a:pt x="1109342" y="286122"/>
                </a:lnTo>
                <a:lnTo>
                  <a:pt x="1109342" y="181073"/>
                </a:lnTo>
                <a:cubicBezTo>
                  <a:pt x="1109342" y="152873"/>
                  <a:pt x="1096666" y="135297"/>
                  <a:pt x="1071324" y="135297"/>
                </a:cubicBezTo>
                <a:cubicBezTo>
                  <a:pt x="1045982" y="135297"/>
                  <a:pt x="1033312" y="152873"/>
                  <a:pt x="1033312" y="181073"/>
                </a:cubicBezTo>
                <a:lnTo>
                  <a:pt x="1033312" y="286122"/>
                </a:lnTo>
                <a:lnTo>
                  <a:pt x="981402" y="286122"/>
                </a:lnTo>
                <a:close/>
                <a:moveTo>
                  <a:pt x="278209" y="7357"/>
                </a:moveTo>
                <a:lnTo>
                  <a:pt x="198274" y="286122"/>
                </a:lnTo>
                <a:lnTo>
                  <a:pt x="139826" y="286122"/>
                </a:lnTo>
                <a:lnTo>
                  <a:pt x="219761" y="7357"/>
                </a:lnTo>
                <a:lnTo>
                  <a:pt x="278209" y="7357"/>
                </a:lnTo>
                <a:close/>
                <a:moveTo>
                  <a:pt x="138384" y="286122"/>
                </a:moveTo>
                <a:lnTo>
                  <a:pt x="58448" y="7357"/>
                </a:lnTo>
                <a:lnTo>
                  <a:pt x="0" y="7357"/>
                </a:lnTo>
                <a:cubicBezTo>
                  <a:pt x="0" y="7357"/>
                  <a:pt x="79935" y="286122"/>
                  <a:pt x="79935" y="286122"/>
                </a:cubicBezTo>
                <a:lnTo>
                  <a:pt x="138384" y="286122"/>
                </a:lnTo>
                <a:close/>
              </a:path>
            </a:pathLst>
          </a:custGeom>
          <a:solidFill>
            <a:schemeClr val="tx1"/>
          </a:solidFill>
          <a:ln w="134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768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663DE9-709A-C0DA-14EA-F0B6EEA89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461504" cy="12801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[Slide Title]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06B64-E527-850E-2DB7-46C8C2EC0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952625"/>
            <a:ext cx="7461504" cy="4265295"/>
          </a:xfrm>
          <a:prstGeom prst="rect">
            <a:avLst/>
          </a:prstGeom>
        </p:spPr>
        <p:txBody>
          <a:bodyPr vert="horz" lIns="0" tIns="0" rIns="0" bIns="0" spcCol="18288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32F8EAF-2AC1-9BC2-D9E8-B1489DCBF5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963274" y="6451747"/>
            <a:ext cx="768477" cy="18288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3DBBBEB4-0180-654C-9145-7574618F5CE0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4" name="Line">
            <a:extLst>
              <a:ext uri="{FF2B5EF4-FFF2-40B4-BE49-F238E27FC236}">
                <a16:creationId xmlns:a16="http://schemas.microsoft.com/office/drawing/2014/main" id="{DDA93CDA-0509-F679-E717-4C464637D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81037" y="6423660"/>
            <a:ext cx="0" cy="228600"/>
          </a:xfrm>
          <a:prstGeom prst="line">
            <a:avLst/>
          </a:prstGeom>
          <a:ln w="63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</p:cxnSp>
      <p:sp>
        <p:nvSpPr>
          <p:cNvPr id="7" name="TextBox">
            <a:extLst>
              <a:ext uri="{FF2B5EF4-FFF2-40B4-BE49-F238E27FC236}">
                <a16:creationId xmlns:a16="http://schemas.microsoft.com/office/drawing/2014/main" id="{02B9C649-E0CF-8DA7-213E-34E64650A4C4}"/>
              </a:ext>
            </a:extLst>
          </p:cNvPr>
          <p:cNvSpPr txBox="1"/>
          <p:nvPr/>
        </p:nvSpPr>
        <p:spPr>
          <a:xfrm>
            <a:off x="1268362" y="6451747"/>
            <a:ext cx="4400550" cy="1828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>
                <a:latin typeface="+mj-lt"/>
              </a:rPr>
              <a:t>Proprietary and confidential. Do not distribute.</a:t>
            </a:r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0C995B39-DDDF-168B-AC7C-45FC03126492}"/>
              </a:ext>
            </a:extLst>
          </p:cNvPr>
          <p:cNvSpPr>
            <a:spLocks noChangeAspect="1"/>
          </p:cNvSpPr>
          <p:nvPr userDrawn="1"/>
        </p:nvSpPr>
        <p:spPr>
          <a:xfrm>
            <a:off x="459865" y="6486066"/>
            <a:ext cx="460885" cy="115384"/>
          </a:xfrm>
          <a:custGeom>
            <a:avLst/>
            <a:gdLst>
              <a:gd name="connsiteX0" fmla="*/ 143706 w 598655"/>
              <a:gd name="connsiteY0" fmla="*/ 104764 h 149875"/>
              <a:gd name="connsiteX1" fmla="*/ 143706 w 598655"/>
              <a:gd name="connsiteY1" fmla="*/ 48482 h 149875"/>
              <a:gd name="connsiteX2" fmla="*/ 170476 w 598655"/>
              <a:gd name="connsiteY2" fmla="*/ 48482 h 149875"/>
              <a:gd name="connsiteX3" fmla="*/ 170476 w 598655"/>
              <a:gd name="connsiteY3" fmla="*/ 102868 h 149875"/>
              <a:gd name="connsiteX4" fmla="*/ 189448 w 598655"/>
              <a:gd name="connsiteY4" fmla="*/ 126264 h 149875"/>
              <a:gd name="connsiteX5" fmla="*/ 208841 w 598655"/>
              <a:gd name="connsiteY5" fmla="*/ 102868 h 149875"/>
              <a:gd name="connsiteX6" fmla="*/ 208841 w 598655"/>
              <a:gd name="connsiteY6" fmla="*/ 48482 h 149875"/>
              <a:gd name="connsiteX7" fmla="*/ 235611 w 598655"/>
              <a:gd name="connsiteY7" fmla="*/ 48482 h 149875"/>
              <a:gd name="connsiteX8" fmla="*/ 235611 w 598655"/>
              <a:gd name="connsiteY8" fmla="*/ 104975 h 149875"/>
              <a:gd name="connsiteX9" fmla="*/ 189448 w 598655"/>
              <a:gd name="connsiteY9" fmla="*/ 149874 h 149875"/>
              <a:gd name="connsiteX10" fmla="*/ 143705 w 598655"/>
              <a:gd name="connsiteY10" fmla="*/ 104764 h 149875"/>
              <a:gd name="connsiteX11" fmla="*/ 249543 w 598655"/>
              <a:gd name="connsiteY11" fmla="*/ 117832 h 149875"/>
              <a:gd name="connsiteX12" fmla="*/ 273154 w 598655"/>
              <a:gd name="connsiteY12" fmla="*/ 117832 h 149875"/>
              <a:gd name="connsiteX13" fmla="*/ 289700 w 598655"/>
              <a:gd name="connsiteY13" fmla="*/ 129004 h 149875"/>
              <a:gd name="connsiteX14" fmla="*/ 302662 w 598655"/>
              <a:gd name="connsiteY14" fmla="*/ 120573 h 149875"/>
              <a:gd name="connsiteX15" fmla="*/ 252071 w 598655"/>
              <a:gd name="connsiteY15" fmla="*/ 76097 h 149875"/>
              <a:gd name="connsiteX16" fmla="*/ 288116 w 598655"/>
              <a:gd name="connsiteY16" fmla="*/ 46374 h 149875"/>
              <a:gd name="connsiteX17" fmla="*/ 326059 w 598655"/>
              <a:gd name="connsiteY17" fmla="*/ 77150 h 149875"/>
              <a:gd name="connsiteX18" fmla="*/ 302446 w 598655"/>
              <a:gd name="connsiteY18" fmla="*/ 77150 h 149875"/>
              <a:gd name="connsiteX19" fmla="*/ 288850 w 598655"/>
              <a:gd name="connsiteY19" fmla="*/ 67243 h 149875"/>
              <a:gd name="connsiteX20" fmla="*/ 276732 w 598655"/>
              <a:gd name="connsiteY20" fmla="*/ 76097 h 149875"/>
              <a:gd name="connsiteX21" fmla="*/ 327957 w 598655"/>
              <a:gd name="connsiteY21" fmla="*/ 120573 h 149875"/>
              <a:gd name="connsiteX22" fmla="*/ 290434 w 598655"/>
              <a:gd name="connsiteY22" fmla="*/ 149874 h 149875"/>
              <a:gd name="connsiteX23" fmla="*/ 249542 w 598655"/>
              <a:gd name="connsiteY23" fmla="*/ 117832 h 149875"/>
              <a:gd name="connsiteX24" fmla="*/ 341250 w 598655"/>
              <a:gd name="connsiteY24" fmla="*/ 16440 h 149875"/>
              <a:gd name="connsiteX25" fmla="*/ 358112 w 598655"/>
              <a:gd name="connsiteY25" fmla="*/ 0 h 149875"/>
              <a:gd name="connsiteX26" fmla="*/ 374767 w 598655"/>
              <a:gd name="connsiteY26" fmla="*/ 16440 h 149875"/>
              <a:gd name="connsiteX27" fmla="*/ 358112 w 598655"/>
              <a:gd name="connsiteY27" fmla="*/ 32672 h 149875"/>
              <a:gd name="connsiteX28" fmla="*/ 341250 w 598655"/>
              <a:gd name="connsiteY28" fmla="*/ 16440 h 149875"/>
              <a:gd name="connsiteX29" fmla="*/ 344833 w 598655"/>
              <a:gd name="connsiteY29" fmla="*/ 147555 h 149875"/>
              <a:gd name="connsiteX30" fmla="*/ 344833 w 598655"/>
              <a:gd name="connsiteY30" fmla="*/ 48482 h 149875"/>
              <a:gd name="connsiteX31" fmla="*/ 371393 w 598655"/>
              <a:gd name="connsiteY31" fmla="*/ 48482 h 149875"/>
              <a:gd name="connsiteX32" fmla="*/ 371393 w 598655"/>
              <a:gd name="connsiteY32" fmla="*/ 147555 h 149875"/>
              <a:gd name="connsiteX33" fmla="*/ 344833 w 598655"/>
              <a:gd name="connsiteY33" fmla="*/ 147555 h 149875"/>
              <a:gd name="connsiteX34" fmla="*/ 387005 w 598655"/>
              <a:gd name="connsiteY34" fmla="*/ 98018 h 149875"/>
              <a:gd name="connsiteX35" fmla="*/ 439915 w 598655"/>
              <a:gd name="connsiteY35" fmla="*/ 46374 h 149875"/>
              <a:gd name="connsiteX36" fmla="*/ 492823 w 598655"/>
              <a:gd name="connsiteY36" fmla="*/ 98018 h 149875"/>
              <a:gd name="connsiteX37" fmla="*/ 439915 w 598655"/>
              <a:gd name="connsiteY37" fmla="*/ 149874 h 149875"/>
              <a:gd name="connsiteX38" fmla="*/ 387005 w 598655"/>
              <a:gd name="connsiteY38" fmla="*/ 98018 h 149875"/>
              <a:gd name="connsiteX39" fmla="*/ 466475 w 598655"/>
              <a:gd name="connsiteY39" fmla="*/ 98018 h 149875"/>
              <a:gd name="connsiteX40" fmla="*/ 439916 w 598655"/>
              <a:gd name="connsiteY40" fmla="*/ 69562 h 149875"/>
              <a:gd name="connsiteX41" fmla="*/ 413357 w 598655"/>
              <a:gd name="connsiteY41" fmla="*/ 98018 h 149875"/>
              <a:gd name="connsiteX42" fmla="*/ 439916 w 598655"/>
              <a:gd name="connsiteY42" fmla="*/ 126474 h 149875"/>
              <a:gd name="connsiteX43" fmla="*/ 466475 w 598655"/>
              <a:gd name="connsiteY43" fmla="*/ 98018 h 149875"/>
              <a:gd name="connsiteX44" fmla="*/ 506116 w 598655"/>
              <a:gd name="connsiteY44" fmla="*/ 147555 h 149875"/>
              <a:gd name="connsiteX45" fmla="*/ 506116 w 598655"/>
              <a:gd name="connsiteY45" fmla="*/ 91274 h 149875"/>
              <a:gd name="connsiteX46" fmla="*/ 552490 w 598655"/>
              <a:gd name="connsiteY46" fmla="*/ 46374 h 149875"/>
              <a:gd name="connsiteX47" fmla="*/ 598655 w 598655"/>
              <a:gd name="connsiteY47" fmla="*/ 91274 h 149875"/>
              <a:gd name="connsiteX48" fmla="*/ 598655 w 598655"/>
              <a:gd name="connsiteY48" fmla="*/ 147555 h 149875"/>
              <a:gd name="connsiteX49" fmla="*/ 572096 w 598655"/>
              <a:gd name="connsiteY49" fmla="*/ 147555 h 149875"/>
              <a:gd name="connsiteX50" fmla="*/ 572096 w 598655"/>
              <a:gd name="connsiteY50" fmla="*/ 93381 h 149875"/>
              <a:gd name="connsiteX51" fmla="*/ 552490 w 598655"/>
              <a:gd name="connsiteY51" fmla="*/ 69773 h 149875"/>
              <a:gd name="connsiteX52" fmla="*/ 532887 w 598655"/>
              <a:gd name="connsiteY52" fmla="*/ 93381 h 149875"/>
              <a:gd name="connsiteX53" fmla="*/ 532887 w 598655"/>
              <a:gd name="connsiteY53" fmla="*/ 147555 h 149875"/>
              <a:gd name="connsiteX54" fmla="*/ 506116 w 598655"/>
              <a:gd name="connsiteY54" fmla="*/ 147555 h 149875"/>
              <a:gd name="connsiteX55" fmla="*/ 143475 w 598655"/>
              <a:gd name="connsiteY55" fmla="*/ 3794 h 149875"/>
              <a:gd name="connsiteX56" fmla="*/ 102251 w 598655"/>
              <a:gd name="connsiteY56" fmla="*/ 147555 h 149875"/>
              <a:gd name="connsiteX57" fmla="*/ 72109 w 598655"/>
              <a:gd name="connsiteY57" fmla="*/ 147555 h 149875"/>
              <a:gd name="connsiteX58" fmla="*/ 113332 w 598655"/>
              <a:gd name="connsiteY58" fmla="*/ 3794 h 149875"/>
              <a:gd name="connsiteX59" fmla="*/ 143475 w 598655"/>
              <a:gd name="connsiteY59" fmla="*/ 3794 h 149875"/>
              <a:gd name="connsiteX60" fmla="*/ 71365 w 598655"/>
              <a:gd name="connsiteY60" fmla="*/ 147555 h 149875"/>
              <a:gd name="connsiteX61" fmla="*/ 30142 w 598655"/>
              <a:gd name="connsiteY61" fmla="*/ 3794 h 149875"/>
              <a:gd name="connsiteX62" fmla="*/ 0 w 598655"/>
              <a:gd name="connsiteY62" fmla="*/ 3794 h 149875"/>
              <a:gd name="connsiteX63" fmla="*/ 41223 w 598655"/>
              <a:gd name="connsiteY63" fmla="*/ 147555 h 149875"/>
              <a:gd name="connsiteX64" fmla="*/ 71365 w 598655"/>
              <a:gd name="connsiteY64" fmla="*/ 147555 h 14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98655" h="149875">
                <a:moveTo>
                  <a:pt x="143706" y="104764"/>
                </a:moveTo>
                <a:lnTo>
                  <a:pt x="143706" y="48482"/>
                </a:lnTo>
                <a:lnTo>
                  <a:pt x="170476" y="48482"/>
                </a:lnTo>
                <a:lnTo>
                  <a:pt x="170476" y="102868"/>
                </a:lnTo>
                <a:cubicBezTo>
                  <a:pt x="170476" y="117200"/>
                  <a:pt x="176799" y="126056"/>
                  <a:pt x="189448" y="126264"/>
                </a:cubicBezTo>
                <a:cubicBezTo>
                  <a:pt x="202939" y="126475"/>
                  <a:pt x="208841" y="117622"/>
                  <a:pt x="208841" y="102868"/>
                </a:cubicBezTo>
                <a:lnTo>
                  <a:pt x="208841" y="48482"/>
                </a:lnTo>
                <a:lnTo>
                  <a:pt x="235611" y="48482"/>
                </a:lnTo>
                <a:lnTo>
                  <a:pt x="235611" y="104975"/>
                </a:lnTo>
                <a:cubicBezTo>
                  <a:pt x="235611" y="130271"/>
                  <a:pt x="216850" y="150085"/>
                  <a:pt x="189448" y="149874"/>
                </a:cubicBezTo>
                <a:cubicBezTo>
                  <a:pt x="160148" y="149663"/>
                  <a:pt x="143705" y="130902"/>
                  <a:pt x="143705" y="104764"/>
                </a:cubicBezTo>
                <a:close/>
                <a:moveTo>
                  <a:pt x="249543" y="117832"/>
                </a:moveTo>
                <a:lnTo>
                  <a:pt x="273154" y="117832"/>
                </a:lnTo>
                <a:cubicBezTo>
                  <a:pt x="274420" y="125422"/>
                  <a:pt x="282325" y="129004"/>
                  <a:pt x="289700" y="129004"/>
                </a:cubicBezTo>
                <a:cubicBezTo>
                  <a:pt x="297290" y="129004"/>
                  <a:pt x="302662" y="125422"/>
                  <a:pt x="302662" y="120573"/>
                </a:cubicBezTo>
                <a:cubicBezTo>
                  <a:pt x="302662" y="104552"/>
                  <a:pt x="252071" y="114461"/>
                  <a:pt x="252071" y="76097"/>
                </a:cubicBezTo>
                <a:cubicBezTo>
                  <a:pt x="252071" y="59654"/>
                  <a:pt x="265773" y="46374"/>
                  <a:pt x="288116" y="46374"/>
                </a:cubicBezTo>
                <a:cubicBezTo>
                  <a:pt x="309829" y="46163"/>
                  <a:pt x="324584" y="57757"/>
                  <a:pt x="326059" y="77150"/>
                </a:cubicBezTo>
                <a:lnTo>
                  <a:pt x="302446" y="77150"/>
                </a:lnTo>
                <a:cubicBezTo>
                  <a:pt x="301391" y="71248"/>
                  <a:pt x="296018" y="67243"/>
                  <a:pt x="288850" y="67243"/>
                </a:cubicBezTo>
                <a:cubicBezTo>
                  <a:pt x="281894" y="67243"/>
                  <a:pt x="276732" y="71037"/>
                  <a:pt x="276732" y="76097"/>
                </a:cubicBezTo>
                <a:cubicBezTo>
                  <a:pt x="276732" y="91484"/>
                  <a:pt x="327957" y="82631"/>
                  <a:pt x="327957" y="120573"/>
                </a:cubicBezTo>
                <a:cubicBezTo>
                  <a:pt x="327957" y="138279"/>
                  <a:pt x="310670" y="149874"/>
                  <a:pt x="290434" y="149874"/>
                </a:cubicBezTo>
                <a:cubicBezTo>
                  <a:pt x="267459" y="149874"/>
                  <a:pt x="251016" y="136594"/>
                  <a:pt x="249542" y="117832"/>
                </a:cubicBezTo>
                <a:close/>
                <a:moveTo>
                  <a:pt x="341250" y="16440"/>
                </a:moveTo>
                <a:cubicBezTo>
                  <a:pt x="341250" y="7376"/>
                  <a:pt x="348837" y="0"/>
                  <a:pt x="358112" y="0"/>
                </a:cubicBezTo>
                <a:cubicBezTo>
                  <a:pt x="367177" y="0"/>
                  <a:pt x="374767" y="7376"/>
                  <a:pt x="374767" y="16440"/>
                </a:cubicBezTo>
                <a:cubicBezTo>
                  <a:pt x="374767" y="25504"/>
                  <a:pt x="367177" y="32672"/>
                  <a:pt x="358112" y="32672"/>
                </a:cubicBezTo>
                <a:cubicBezTo>
                  <a:pt x="348837" y="32672"/>
                  <a:pt x="341250" y="25505"/>
                  <a:pt x="341250" y="16440"/>
                </a:cubicBezTo>
                <a:close/>
                <a:moveTo>
                  <a:pt x="344833" y="147555"/>
                </a:moveTo>
                <a:lnTo>
                  <a:pt x="344833" y="48482"/>
                </a:lnTo>
                <a:lnTo>
                  <a:pt x="371393" y="48482"/>
                </a:lnTo>
                <a:lnTo>
                  <a:pt x="371393" y="147555"/>
                </a:lnTo>
                <a:lnTo>
                  <a:pt x="344833" y="147555"/>
                </a:lnTo>
                <a:close/>
                <a:moveTo>
                  <a:pt x="387005" y="98018"/>
                </a:moveTo>
                <a:cubicBezTo>
                  <a:pt x="387005" y="68718"/>
                  <a:pt x="409140" y="46374"/>
                  <a:pt x="439915" y="46374"/>
                </a:cubicBezTo>
                <a:cubicBezTo>
                  <a:pt x="470691" y="46374"/>
                  <a:pt x="492823" y="68718"/>
                  <a:pt x="492823" y="98018"/>
                </a:cubicBezTo>
                <a:cubicBezTo>
                  <a:pt x="492823" y="127318"/>
                  <a:pt x="470690" y="149874"/>
                  <a:pt x="439915" y="149874"/>
                </a:cubicBezTo>
                <a:cubicBezTo>
                  <a:pt x="409141" y="149874"/>
                  <a:pt x="387005" y="127318"/>
                  <a:pt x="387005" y="98018"/>
                </a:cubicBezTo>
                <a:close/>
                <a:moveTo>
                  <a:pt x="466475" y="98018"/>
                </a:moveTo>
                <a:cubicBezTo>
                  <a:pt x="466475" y="81364"/>
                  <a:pt x="455303" y="69562"/>
                  <a:pt x="439916" y="69562"/>
                </a:cubicBezTo>
                <a:cubicBezTo>
                  <a:pt x="424529" y="69562"/>
                  <a:pt x="413357" y="81364"/>
                  <a:pt x="413357" y="98018"/>
                </a:cubicBezTo>
                <a:cubicBezTo>
                  <a:pt x="413357" y="114883"/>
                  <a:pt x="424529" y="126474"/>
                  <a:pt x="439916" y="126474"/>
                </a:cubicBezTo>
                <a:cubicBezTo>
                  <a:pt x="455303" y="126474"/>
                  <a:pt x="466475" y="114883"/>
                  <a:pt x="466475" y="98018"/>
                </a:cubicBezTo>
                <a:close/>
                <a:moveTo>
                  <a:pt x="506116" y="147555"/>
                </a:moveTo>
                <a:lnTo>
                  <a:pt x="506116" y="91274"/>
                </a:lnTo>
                <a:cubicBezTo>
                  <a:pt x="506116" y="65136"/>
                  <a:pt x="522770" y="46374"/>
                  <a:pt x="552490" y="46374"/>
                </a:cubicBezTo>
                <a:cubicBezTo>
                  <a:pt x="582001" y="46374"/>
                  <a:pt x="598655" y="65136"/>
                  <a:pt x="598655" y="91274"/>
                </a:cubicBezTo>
                <a:lnTo>
                  <a:pt x="598655" y="147555"/>
                </a:lnTo>
                <a:lnTo>
                  <a:pt x="572096" y="147555"/>
                </a:lnTo>
                <a:lnTo>
                  <a:pt x="572096" y="93381"/>
                </a:lnTo>
                <a:cubicBezTo>
                  <a:pt x="572096" y="78838"/>
                  <a:pt x="565559" y="69773"/>
                  <a:pt x="552490" y="69773"/>
                </a:cubicBezTo>
                <a:cubicBezTo>
                  <a:pt x="539421" y="69773"/>
                  <a:pt x="532887" y="78838"/>
                  <a:pt x="532887" y="93381"/>
                </a:cubicBezTo>
                <a:lnTo>
                  <a:pt x="532887" y="147555"/>
                </a:lnTo>
                <a:lnTo>
                  <a:pt x="506116" y="147555"/>
                </a:lnTo>
                <a:close/>
                <a:moveTo>
                  <a:pt x="143475" y="3794"/>
                </a:moveTo>
                <a:lnTo>
                  <a:pt x="102251" y="147555"/>
                </a:lnTo>
                <a:lnTo>
                  <a:pt x="72109" y="147555"/>
                </a:lnTo>
                <a:lnTo>
                  <a:pt x="113332" y="3794"/>
                </a:lnTo>
                <a:lnTo>
                  <a:pt x="143475" y="3794"/>
                </a:lnTo>
                <a:close/>
                <a:moveTo>
                  <a:pt x="71365" y="147555"/>
                </a:moveTo>
                <a:lnTo>
                  <a:pt x="30142" y="3794"/>
                </a:lnTo>
                <a:lnTo>
                  <a:pt x="0" y="3794"/>
                </a:lnTo>
                <a:cubicBezTo>
                  <a:pt x="0" y="3794"/>
                  <a:pt x="41223" y="147555"/>
                  <a:pt x="41223" y="147555"/>
                </a:cubicBezTo>
                <a:lnTo>
                  <a:pt x="71365" y="147555"/>
                </a:lnTo>
                <a:close/>
              </a:path>
            </a:pathLst>
          </a:custGeom>
          <a:solidFill>
            <a:schemeClr val="tx1"/>
          </a:solidFill>
          <a:ln w="68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5" name="Line">
            <a:extLst>
              <a:ext uri="{FF2B5EF4-FFF2-40B4-BE49-F238E27FC236}">
                <a16:creationId xmlns:a16="http://schemas.microsoft.com/office/drawing/2014/main" id="{6FBBA5E4-484C-B451-60C1-E9023B6A7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81037" y="6423660"/>
            <a:ext cx="0" cy="228600"/>
          </a:xfrm>
          <a:prstGeom prst="line">
            <a:avLst/>
          </a:prstGeom>
          <a:ln w="63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</p:cxnSp>
      <p:cxnSp>
        <p:nvCxnSpPr>
          <p:cNvPr id="9" name="Line">
            <a:extLst>
              <a:ext uri="{FF2B5EF4-FFF2-40B4-BE49-F238E27FC236}">
                <a16:creationId xmlns:a16="http://schemas.microsoft.com/office/drawing/2014/main" id="{6063C569-0DB0-23C6-A976-9F2E0E745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81037" y="6423660"/>
            <a:ext cx="0" cy="228600"/>
          </a:xfrm>
          <a:prstGeom prst="line">
            <a:avLst/>
          </a:prstGeom>
          <a:ln w="63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3228945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buFont typeface="Arial Nova" panose="020B05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110000"/>
        </a:lnSpc>
        <a:spcBef>
          <a:spcPts val="3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110000"/>
        </a:lnSpc>
        <a:spcBef>
          <a:spcPts val="3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110000"/>
        </a:lnSpc>
        <a:spcBef>
          <a:spcPts val="3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110000"/>
        </a:lnSpc>
        <a:spcBef>
          <a:spcPts val="3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110000"/>
        </a:lnSpc>
        <a:spcBef>
          <a:spcPts val="300"/>
        </a:spcBef>
        <a:buFont typeface="Arial Nova" panose="020B0504020202020204" pitchFamily="34" charset="0"/>
        <a:buChar char="—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110000"/>
        </a:lnSpc>
        <a:spcBef>
          <a:spcPts val="300"/>
        </a:spcBef>
        <a:buFont typeface="Arial Nova" panose="020B0504020202020204" pitchFamily="34" charset="0"/>
        <a:buChar char="—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110000"/>
        </a:lnSpc>
        <a:spcBef>
          <a:spcPts val="300"/>
        </a:spcBef>
        <a:buFont typeface="Arial Nova" panose="020B0504020202020204" pitchFamily="34" charset="0"/>
        <a:buChar char="—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110000"/>
        </a:lnSpc>
        <a:spcBef>
          <a:spcPts val="300"/>
        </a:spcBef>
        <a:buFont typeface="Arial Nova" panose="020B0504020202020204" pitchFamily="34" charset="0"/>
        <a:buChar char="—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>
          <p15:clr>
            <a:srgbClr val="F26B43"/>
          </p15:clr>
        </p15:guide>
        <p15:guide id="2" pos="288">
          <p15:clr>
            <a:srgbClr val="F26B43"/>
          </p15:clr>
        </p15:guide>
        <p15:guide id="3" pos="7392">
          <p15:clr>
            <a:srgbClr val="F26B43"/>
          </p15:clr>
        </p15:guide>
        <p15:guide id="5" pos="772">
          <p15:clr>
            <a:srgbClr val="A4A3A4"/>
          </p15:clr>
        </p15:guide>
        <p15:guide id="6" pos="890">
          <p15:clr>
            <a:srgbClr val="A4A3A4"/>
          </p15:clr>
        </p15:guide>
        <p15:guide id="7" pos="1376">
          <p15:clr>
            <a:srgbClr val="A4A3A4"/>
          </p15:clr>
        </p15:guide>
        <p15:guide id="8" pos="1490">
          <p15:clr>
            <a:srgbClr val="A4A3A4"/>
          </p15:clr>
        </p15:guide>
        <p15:guide id="9" pos="2092">
          <p15:clr>
            <a:srgbClr val="A4A3A4"/>
          </p15:clr>
        </p15:guide>
        <p15:guide id="10" pos="1978">
          <p15:clr>
            <a:srgbClr val="A4A3A4"/>
          </p15:clr>
        </p15:guide>
        <p15:guide id="11" pos="2694">
          <p15:clr>
            <a:srgbClr val="A4A3A4"/>
          </p15:clr>
        </p15:guide>
        <p15:guide id="12" pos="2578">
          <p15:clr>
            <a:srgbClr val="A4A3A4"/>
          </p15:clr>
        </p15:guide>
        <p15:guide id="13" pos="3180">
          <p15:clr>
            <a:srgbClr val="A4A3A4"/>
          </p15:clr>
        </p15:guide>
        <p15:guide id="14" pos="3296">
          <p15:clr>
            <a:srgbClr val="A4A3A4"/>
          </p15:clr>
        </p15:guide>
        <p15:guide id="15" pos="3780">
          <p15:clr>
            <a:srgbClr val="A4A3A4"/>
          </p15:clr>
        </p15:guide>
        <p15:guide id="16" pos="3898">
          <p15:clr>
            <a:srgbClr val="A4A3A4"/>
          </p15:clr>
        </p15:guide>
        <p15:guide id="17" pos="4384">
          <p15:clr>
            <a:srgbClr val="A4A3A4"/>
          </p15:clr>
        </p15:guide>
        <p15:guide id="18" pos="4498">
          <p15:clr>
            <a:srgbClr val="A4A3A4"/>
          </p15:clr>
        </p15:guide>
        <p15:guide id="19" pos="4986">
          <p15:clr>
            <a:srgbClr val="A4A3A4"/>
          </p15:clr>
        </p15:guide>
        <p15:guide id="20" pos="5100">
          <p15:clr>
            <a:srgbClr val="A4A3A4"/>
          </p15:clr>
        </p15:guide>
        <p15:guide id="21" pos="5586">
          <p15:clr>
            <a:srgbClr val="A4A3A4"/>
          </p15:clr>
        </p15:guide>
        <p15:guide id="22" pos="5702">
          <p15:clr>
            <a:srgbClr val="A4A3A4"/>
          </p15:clr>
        </p15:guide>
        <p15:guide id="23" pos="6188">
          <p15:clr>
            <a:srgbClr val="A4A3A4"/>
          </p15:clr>
        </p15:guide>
        <p15:guide id="24" pos="6304">
          <p15:clr>
            <a:srgbClr val="A4A3A4"/>
          </p15:clr>
        </p15:guide>
        <p15:guide id="25" pos="6906">
          <p15:clr>
            <a:srgbClr val="A4A3A4"/>
          </p15:clr>
        </p15:guide>
        <p15:guide id="26" pos="6790">
          <p15:clr>
            <a:srgbClr val="A4A3A4"/>
          </p15:clr>
        </p15:guide>
        <p15:guide id="27" orient="horz" pos="3918">
          <p15:clr>
            <a:srgbClr val="F26B43"/>
          </p15:clr>
        </p15:guide>
        <p15:guide id="28" orient="horz" pos="123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80939A-B22B-E503-559A-150F3EA20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Accès et logistique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7BFA71-100B-A9AE-5721-72506230D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BBBEB4-0180-654C-9145-7574618F5CE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77379C9D-FD93-1982-0B65-59287BD80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471789"/>
              </p:ext>
            </p:extLst>
          </p:nvPr>
        </p:nvGraphicFramePr>
        <p:xfrm>
          <a:off x="715992" y="950632"/>
          <a:ext cx="10498348" cy="4641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542">
                  <a:extLst>
                    <a:ext uri="{9D8B030D-6E8A-4147-A177-3AD203B41FA5}">
                      <a16:colId xmlns:a16="http://schemas.microsoft.com/office/drawing/2014/main" val="1538830768"/>
                    </a:ext>
                  </a:extLst>
                </a:gridCol>
                <a:gridCol w="2854518">
                  <a:extLst>
                    <a:ext uri="{9D8B030D-6E8A-4147-A177-3AD203B41FA5}">
                      <a16:colId xmlns:a16="http://schemas.microsoft.com/office/drawing/2014/main" val="3731927960"/>
                    </a:ext>
                  </a:extLst>
                </a:gridCol>
                <a:gridCol w="2994491">
                  <a:extLst>
                    <a:ext uri="{9D8B030D-6E8A-4147-A177-3AD203B41FA5}">
                      <a16:colId xmlns:a16="http://schemas.microsoft.com/office/drawing/2014/main" val="2805579511"/>
                    </a:ext>
                  </a:extLst>
                </a:gridCol>
                <a:gridCol w="3329797">
                  <a:extLst>
                    <a:ext uri="{9D8B030D-6E8A-4147-A177-3AD203B41FA5}">
                      <a16:colId xmlns:a16="http://schemas.microsoft.com/office/drawing/2014/main" val="1520578770"/>
                    </a:ext>
                  </a:extLst>
                </a:gridCol>
              </a:tblGrid>
              <a:tr h="6961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/>
                        <a:t>Informations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/>
                        <a:t>Zone de déballage/ préparation en réserve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/>
                        <a:t>Zone de stockage matériel entrant</a:t>
                      </a:r>
                    </a:p>
                    <a:p>
                      <a:endParaRPr lang="fr-FR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/>
                        <a:t>Zone  de stockage matériel sortant</a:t>
                      </a:r>
                      <a:endParaRPr lang="fr-FR" sz="1100" b="1">
                        <a:latin typeface="Aptos Narrow" panose="020B0004020202020204" pitchFamily="34" charset="0"/>
                      </a:endParaRPr>
                    </a:p>
                    <a:p>
                      <a:endParaRPr lang="fr-FR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009076"/>
                  </a:ext>
                </a:extLst>
              </a:tr>
              <a:tr h="453317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fr-FR" sz="1100"/>
                        <a:t>Emplacement*: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rgbClr val="EE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endParaRPr lang="fr-F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750877"/>
                  </a:ext>
                </a:extLst>
              </a:tr>
              <a:tr h="5644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/>
                        <a:t>Capacité suffisante (Oui/Non)*: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endParaRPr lang="fr-FR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981925"/>
                  </a:ext>
                </a:extLst>
              </a:tr>
              <a:tr h="289799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/>
                        <a:t>Photo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dirty="0"/>
                    </a:p>
                    <a:p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/>
                        <a:t>Photo</a:t>
                      </a:r>
                    </a:p>
                    <a:p>
                      <a:endParaRPr lang="fr-FR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/>
                        <a:t>Photo</a:t>
                      </a:r>
                    </a:p>
                    <a:p>
                      <a:endParaRPr lang="fr-F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299813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7FB51EAC-1989-7436-0846-B8F7FA275B18}"/>
              </a:ext>
            </a:extLst>
          </p:cNvPr>
          <p:cNvSpPr txBox="1"/>
          <p:nvPr/>
        </p:nvSpPr>
        <p:spPr>
          <a:xfrm>
            <a:off x="715992" y="6029325"/>
            <a:ext cx="8732808" cy="4224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>
              <a:ln>
                <a:noFill/>
              </a:ln>
              <a:solidFill>
                <a:srgbClr val="0D2126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1F46524-2CDC-82A5-A7D9-AD81B5D8CAA2}"/>
              </a:ext>
            </a:extLst>
          </p:cNvPr>
          <p:cNvSpPr txBox="1"/>
          <p:nvPr/>
        </p:nvSpPr>
        <p:spPr>
          <a:xfrm>
            <a:off x="715992" y="5715830"/>
            <a:ext cx="10498348" cy="5826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D2126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*Le magasin doit fournir cette information lors de la VT, car risque de place insuffisant. L’emplacement sera signalé dans le plan du magasin (si disponible).  </a:t>
            </a:r>
          </a:p>
        </p:txBody>
      </p:sp>
    </p:spTree>
    <p:extLst>
      <p:ext uri="{BB962C8B-B14F-4D97-AF65-F5344CB8AC3E}">
        <p14:creationId xmlns:p14="http://schemas.microsoft.com/office/powerpoint/2010/main" val="1287340807"/>
      </p:ext>
    </p:extLst>
  </p:cSld>
  <p:clrMapOvr>
    <a:masterClrMapping/>
  </p:clrMapOvr>
</p:sld>
</file>

<file path=ppt/theme/theme1.xml><?xml version="1.0" encoding="utf-8"?>
<a:theme xmlns:a="http://schemas.openxmlformats.org/drawingml/2006/main" name="Vusion">
  <a:themeElements>
    <a:clrScheme name="Benutzerdefiniert 67">
      <a:dk1>
        <a:srgbClr val="0D2126"/>
      </a:dk1>
      <a:lt1>
        <a:srgbClr val="FFFFFF"/>
      </a:lt1>
      <a:dk2>
        <a:srgbClr val="425052"/>
      </a:dk2>
      <a:lt2>
        <a:srgbClr val="C8CDCE"/>
      </a:lt2>
      <a:accent1>
        <a:srgbClr val="FDCD38"/>
      </a:accent1>
      <a:accent2>
        <a:srgbClr val="9C65FC"/>
      </a:accent2>
      <a:accent3>
        <a:srgbClr val="0ED0A0"/>
      </a:accent3>
      <a:accent4>
        <a:srgbClr val="2F90FB"/>
      </a:accent4>
      <a:accent5>
        <a:srgbClr val="FC4672"/>
      </a:accent5>
      <a:accent6>
        <a:srgbClr val="0FD0F2"/>
      </a:accent6>
      <a:hlink>
        <a:srgbClr val="2F90FB"/>
      </a:hlink>
      <a:folHlink>
        <a:srgbClr val="2F90FB"/>
      </a:folHlink>
    </a:clrScheme>
    <a:fontScheme name="Benutzerdefiniert 33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Vusion Group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accent1"/>
        </a:solidFill>
      </a:spPr>
      <a:bodyPr wrap="square" lIns="72000" tIns="72000" rIns="0" bIns="0" rtlCol="0">
        <a:noAutofit/>
      </a:bodyPr>
      <a:lstStyle>
        <a:defPPr algn="l">
          <a:lnSpc>
            <a:spcPct val="110000"/>
          </a:lnSpc>
          <a:spcBef>
            <a:spcPts val="900"/>
          </a:spcBef>
          <a:buSzPct val="100000"/>
          <a:defRPr sz="1400" noProof="0" dirty="0" err="1" smtClean="0"/>
        </a:defPPr>
      </a:lst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dk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spcBef>
            <a:spcPts val="900"/>
          </a:spcBef>
          <a:buSzPct val="100000"/>
          <a:defRPr sz="1400" dirty="0"/>
        </a:defPPr>
      </a:lstStyle>
    </a:txDef>
  </a:objectDefaults>
  <a:extraClrSchemeLst/>
  <a:custClrLst>
    <a:custClr name="White">
      <a:srgbClr val="FFFFFF"/>
    </a:custClr>
    <a:custClr name="Vusion Black">
      <a:srgbClr val="0D2126"/>
    </a:custClr>
    <a:custClr name="Gray 60">
      <a:srgbClr val="C8CDCE"/>
    </a:custClr>
    <a:custClr name="Gray 80">
      <a:srgbClr val="425052"/>
    </a:custClr>
    <a:custClr name="Gold 60">
      <a:srgbClr val="FDCD38"/>
    </a:custClr>
    <a:custClr name="Gold 10">
      <a:srgbClr val="FDF6E3"/>
    </a:custClr>
    <a:custClr name="Gold 40">
      <a:srgbClr val="FEE187"/>
    </a:custClr>
    <a:custClr name="Gold 80">
      <a:srgbClr val="EDB83C"/>
    </a:custClr>
    <a:custClr name="BLANK">
      <a:srgbClr val="FFFFFF"/>
    </a:custClr>
    <a:custClr name="White">
      <a:srgbClr val="FFFFFF"/>
    </a:custClr>
    <a:custClr name="Purple 60">
      <a:srgbClr val="9C65FC"/>
    </a:custClr>
    <a:custClr name="Green 60">
      <a:srgbClr val="0ED0A0"/>
    </a:custClr>
    <a:custClr name="Blue 60">
      <a:srgbClr val="2F90FB"/>
    </a:custClr>
    <a:custClr name="Infra Red 60">
      <a:srgbClr val="FC4672"/>
    </a:custClr>
    <a:custClr name="Electric Blue 60">
      <a:srgbClr val="0FD0F2"/>
    </a:custClr>
    <a:custClr name="Orange 60">
      <a:srgbClr val="FA614C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Purple 100">
      <a:srgbClr val="5E3D97"/>
    </a:custClr>
    <a:custClr name="Green 100">
      <a:srgbClr val="037358"/>
    </a:custClr>
    <a:custClr name="Blue 100">
      <a:srgbClr val="1C5797"/>
    </a:custClr>
    <a:custClr name="Infra Red 100">
      <a:srgbClr val="972A44"/>
    </a:custClr>
    <a:custClr name="Electric Blue 100">
      <a:srgbClr val="00738C"/>
    </a:custClr>
    <a:custClr name="Orange 100">
      <a:srgbClr val="97302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Purple 10">
      <a:srgbClr val="F3EDFF"/>
    </a:custClr>
    <a:custClr name="Green 10">
      <a:srgbClr val="E2F9F3"/>
    </a:custClr>
    <a:custClr name="Blue 10">
      <a:srgbClr val="E6F2FF"/>
    </a:custClr>
    <a:custClr name="Infra Red 10">
      <a:srgbClr val="FFE9EE"/>
    </a:custClr>
    <a:custClr name="Electric Blue 10">
      <a:srgbClr val="E2F9FD"/>
    </a:custClr>
    <a:custClr name="Orange 10">
      <a:srgbClr val="FEECE9"/>
    </a:custClr>
    <a:custClr name="Gray 20">
      <a:srgbClr val="F3F5F5"/>
    </a:custClr>
    <a:custClr name="Gray 40">
      <a:srgbClr val="E2E5E6"/>
    </a:custClr>
    <a:custClr name="Gray 100">
      <a:srgbClr val="27363A"/>
    </a:custClr>
    <a:custClr name="White">
      <a:srgbClr val="FFFFFF"/>
    </a:custClr>
    <a:custClr name="System Green">
      <a:srgbClr val="34C759"/>
    </a:custClr>
    <a:custClr name="System Red">
      <a:srgbClr val="FF453A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Vusion_Master_2026.potx" id="{83C56734-D7C9-47C2-88D5-6C29800730E7}" vid="{7628A1C7-25EF-463A-9E5F-2BB5BD762BA0}"/>
    </a:ext>
  </a:extLst>
</a:theme>
</file>

<file path=docMetadata/LabelInfo.xml><?xml version="1.0" encoding="utf-8"?>
<clbl:labelList xmlns:clbl="http://schemas.microsoft.com/office/2020/mipLabelMetadata">
  <clbl:label id="{e470a3a5-5dcb-4f03-83a1-0a833421c876}" enabled="1" method="Standard" siteId="{026f3f97-f463-4c41-ba74-bc156c3be49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64</Words>
  <Application>Microsoft Office PowerPoint</Application>
  <PresentationFormat>Grand écran</PresentationFormat>
  <Paragraphs>19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 Narrow</vt:lpstr>
      <vt:lpstr>Arial</vt:lpstr>
      <vt:lpstr>Arial Nova</vt:lpstr>
      <vt:lpstr>Symbol</vt:lpstr>
      <vt:lpstr>Vusion</vt:lpstr>
      <vt:lpstr>Accès et logistique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TRUC Nicolas</dc:creator>
  <cp:lastModifiedBy>TRUC Nicolas</cp:lastModifiedBy>
  <cp:revision>2</cp:revision>
  <dcterms:created xsi:type="dcterms:W3CDTF">2026-07-31T13:39:45Z</dcterms:created>
  <dcterms:modified xsi:type="dcterms:W3CDTF">2026-07-31T13:48:16Z</dcterms:modified>
</cp:coreProperties>
</file>